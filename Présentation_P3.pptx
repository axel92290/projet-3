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58" r:id="rId5"/>
    <p:sldId id="265" r:id="rId6"/>
    <p:sldId id="261" r:id="rId7"/>
    <p:sldId id="267" r:id="rId8"/>
    <p:sldId id="266" r:id="rId9"/>
    <p:sldId id="268" r:id="rId10"/>
    <p:sldId id="270" r:id="rId11"/>
    <p:sldId id="271" r:id="rId12"/>
    <p:sldId id="272" r:id="rId13"/>
    <p:sldId id="274" r:id="rId14"/>
    <p:sldId id="273" r:id="rId15"/>
    <p:sldId id="277" r:id="rId16"/>
    <p:sldId id="276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349B43F-1D42-E89F-CD51-57F23399CAE5}" name="Axel CHASSELOUP" initials="AC" userId="S::achasseloup@lafont.com::f97bb917-a1c2-4b2c-9fa0-2fc9c743d75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62716" autoAdjust="0"/>
  </p:normalViewPr>
  <p:slideViewPr>
    <p:cSldViewPr snapToGrid="0">
      <p:cViewPr varScale="1">
        <p:scale>
          <a:sx n="54" d="100"/>
          <a:sy n="54" d="100"/>
        </p:scale>
        <p:origin x="17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xel CHASSELOUP" userId="f97bb917-a1c2-4b2c-9fa0-2fc9c743d75d" providerId="ADAL" clId="{7B1DAC4B-8986-4B38-9A77-C84AA37A3701}"/>
    <pc:docChg chg="custSel addSld modSld">
      <pc:chgData name="Axel CHASSELOUP" userId="f97bb917-a1c2-4b2c-9fa0-2fc9c743d75d" providerId="ADAL" clId="{7B1DAC4B-8986-4B38-9A77-C84AA37A3701}" dt="2022-04-15T17:32:24.059" v="9" actId="962"/>
      <pc:docMkLst>
        <pc:docMk/>
      </pc:docMkLst>
      <pc:sldChg chg="addSp delSp modSp new mod setBg">
        <pc:chgData name="Axel CHASSELOUP" userId="f97bb917-a1c2-4b2c-9fa0-2fc9c743d75d" providerId="ADAL" clId="{7B1DAC4B-8986-4B38-9A77-C84AA37A3701}" dt="2022-04-15T17:32:24.059" v="9" actId="962"/>
        <pc:sldMkLst>
          <pc:docMk/>
          <pc:sldMk cId="3987936017" sldId="277"/>
        </pc:sldMkLst>
        <pc:spChg chg="del">
          <ac:chgData name="Axel CHASSELOUP" userId="f97bb917-a1c2-4b2c-9fa0-2fc9c743d75d" providerId="ADAL" clId="{7B1DAC4B-8986-4B38-9A77-C84AA37A3701}" dt="2022-04-15T17:31:28.799" v="1" actId="478"/>
          <ac:spMkLst>
            <pc:docMk/>
            <pc:sldMk cId="3987936017" sldId="277"/>
            <ac:spMk id="2" creationId="{D1ABC9C9-6C89-42D6-BD81-B1C46B6DF828}"/>
          </ac:spMkLst>
        </pc:spChg>
        <pc:spChg chg="del">
          <ac:chgData name="Axel CHASSELOUP" userId="f97bb917-a1c2-4b2c-9fa0-2fc9c743d75d" providerId="ADAL" clId="{7B1DAC4B-8986-4B38-9A77-C84AA37A3701}" dt="2022-04-15T17:31:48.945" v="2" actId="478"/>
          <ac:spMkLst>
            <pc:docMk/>
            <pc:sldMk cId="3987936017" sldId="277"/>
            <ac:spMk id="3" creationId="{4D4E969F-48C1-4556-B1BC-94B5DD624DAA}"/>
          </ac:spMkLst>
        </pc:spChg>
        <pc:spChg chg="add">
          <ac:chgData name="Axel CHASSELOUP" userId="f97bb917-a1c2-4b2c-9fa0-2fc9c743d75d" providerId="ADAL" clId="{7B1DAC4B-8986-4B38-9A77-C84AA37A3701}" dt="2022-04-15T17:32:19.356" v="7" actId="26606"/>
          <ac:spMkLst>
            <pc:docMk/>
            <pc:sldMk cId="3987936017" sldId="277"/>
            <ac:spMk id="10" creationId="{AB8C311F-7253-4AED-9701-7FC0708C41C7}"/>
          </ac:spMkLst>
        </pc:spChg>
        <pc:spChg chg="add">
          <ac:chgData name="Axel CHASSELOUP" userId="f97bb917-a1c2-4b2c-9fa0-2fc9c743d75d" providerId="ADAL" clId="{7B1DAC4B-8986-4B38-9A77-C84AA37A3701}" dt="2022-04-15T17:32:19.356" v="7" actId="26606"/>
          <ac:spMkLst>
            <pc:docMk/>
            <pc:sldMk cId="3987936017" sldId="277"/>
            <ac:spMk id="12" creationId="{E2384209-CB15-4CDF-9D31-C44FD9A3F20D}"/>
          </ac:spMkLst>
        </pc:spChg>
        <pc:spChg chg="add">
          <ac:chgData name="Axel CHASSELOUP" userId="f97bb917-a1c2-4b2c-9fa0-2fc9c743d75d" providerId="ADAL" clId="{7B1DAC4B-8986-4B38-9A77-C84AA37A3701}" dt="2022-04-15T17:32:19.356" v="7" actId="26606"/>
          <ac:spMkLst>
            <pc:docMk/>
            <pc:sldMk cId="3987936017" sldId="277"/>
            <ac:spMk id="14" creationId="{2633B3B5-CC90-43F0-8714-D31D1F3F0209}"/>
          </ac:spMkLst>
        </pc:spChg>
        <pc:spChg chg="add">
          <ac:chgData name="Axel CHASSELOUP" userId="f97bb917-a1c2-4b2c-9fa0-2fc9c743d75d" providerId="ADAL" clId="{7B1DAC4B-8986-4B38-9A77-C84AA37A3701}" dt="2022-04-15T17:32:19.356" v="7" actId="26606"/>
          <ac:spMkLst>
            <pc:docMk/>
            <pc:sldMk cId="3987936017" sldId="277"/>
            <ac:spMk id="16" creationId="{A8D57A06-A426-446D-B02C-A2DC6B62E45E}"/>
          </ac:spMkLst>
        </pc:spChg>
        <pc:picChg chg="add mod">
          <ac:chgData name="Axel CHASSELOUP" userId="f97bb917-a1c2-4b2c-9fa0-2fc9c743d75d" providerId="ADAL" clId="{7B1DAC4B-8986-4B38-9A77-C84AA37A3701}" dt="2022-04-15T17:32:24.059" v="9" actId="962"/>
          <ac:picMkLst>
            <pc:docMk/>
            <pc:sldMk cId="3987936017" sldId="277"/>
            <ac:picMk id="5" creationId="{3AD21781-2B50-433B-A2C6-28351145F3FD}"/>
          </ac:picMkLst>
        </pc:picChg>
      </pc:sldChg>
    </pc:docChg>
  </pc:docChgLst>
  <pc:docChgLst>
    <pc:chgData name="Axel CHASSELOUP" userId="f97bb917-a1c2-4b2c-9fa0-2fc9c743d75d" providerId="ADAL" clId="{ABEC8942-1D28-4A94-8AAF-6361F6D65ECB}"/>
    <pc:docChg chg="undo custSel addSld delSld modSld sldOrd modMainMaster">
      <pc:chgData name="Axel CHASSELOUP" userId="f97bb917-a1c2-4b2c-9fa0-2fc9c743d75d" providerId="ADAL" clId="{ABEC8942-1D28-4A94-8AAF-6361F6D65ECB}" dt="2022-04-06T08:44:47.611" v="1618"/>
      <pc:docMkLst>
        <pc:docMk/>
      </pc:docMkLst>
      <pc:sldChg chg="delSp modTransition modAnim">
        <pc:chgData name="Axel CHASSELOUP" userId="f97bb917-a1c2-4b2c-9fa0-2fc9c743d75d" providerId="ADAL" clId="{ABEC8942-1D28-4A94-8AAF-6361F6D65ECB}" dt="2022-04-06T07:53:58.919" v="1041"/>
        <pc:sldMkLst>
          <pc:docMk/>
          <pc:sldMk cId="1858530622" sldId="256"/>
        </pc:sldMkLst>
        <pc:spChg chg="del">
          <ac:chgData name="Axel CHASSELOUP" userId="f97bb917-a1c2-4b2c-9fa0-2fc9c743d75d" providerId="ADAL" clId="{ABEC8942-1D28-4A94-8AAF-6361F6D65ECB}" dt="2022-04-06T07:46:32.413" v="1000"/>
          <ac:spMkLst>
            <pc:docMk/>
            <pc:sldMk cId="1858530622" sldId="256"/>
            <ac:spMk id="2" creationId="{56BF4047-8F8C-4232-A6CE-441C9FEF198A}"/>
          </ac:spMkLst>
        </pc:spChg>
      </pc:sldChg>
      <pc:sldChg chg="addSp delSp modSp mod modTransition modAnim">
        <pc:chgData name="Axel CHASSELOUP" userId="f97bb917-a1c2-4b2c-9fa0-2fc9c743d75d" providerId="ADAL" clId="{ABEC8942-1D28-4A94-8AAF-6361F6D65ECB}" dt="2022-04-06T07:54:41.989" v="1049"/>
        <pc:sldMkLst>
          <pc:docMk/>
          <pc:sldMk cId="4155842660" sldId="257"/>
        </pc:sldMkLst>
        <pc:spChg chg="del mod">
          <ac:chgData name="Axel CHASSELOUP" userId="f97bb917-a1c2-4b2c-9fa0-2fc9c743d75d" providerId="ADAL" clId="{ABEC8942-1D28-4A94-8AAF-6361F6D65ECB}" dt="2022-04-05T10:07:52.807" v="51" actId="26606"/>
          <ac:spMkLst>
            <pc:docMk/>
            <pc:sldMk cId="4155842660" sldId="257"/>
            <ac:spMk id="3" creationId="{ABF73C98-CA4E-47EE-BE87-A52BF413C163}"/>
          </ac:spMkLst>
        </pc:spChg>
        <pc:spChg chg="del">
          <ac:chgData name="Axel CHASSELOUP" userId="f97bb917-a1c2-4b2c-9fa0-2fc9c743d75d" providerId="ADAL" clId="{ABEC8942-1D28-4A94-8AAF-6361F6D65ECB}" dt="2022-04-06T07:46:32.413" v="1000"/>
          <ac:spMkLst>
            <pc:docMk/>
            <pc:sldMk cId="4155842660" sldId="257"/>
            <ac:spMk id="4" creationId="{63526986-C0DB-48F4-A0BE-B2167D2F31EC}"/>
          </ac:spMkLst>
        </pc:spChg>
        <pc:graphicFrameChg chg="add mod modGraphic">
          <ac:chgData name="Axel CHASSELOUP" userId="f97bb917-a1c2-4b2c-9fa0-2fc9c743d75d" providerId="ADAL" clId="{ABEC8942-1D28-4A94-8AAF-6361F6D65ECB}" dt="2022-04-05T14:43:32.463" v="901" actId="20577"/>
          <ac:graphicFrameMkLst>
            <pc:docMk/>
            <pc:sldMk cId="4155842660" sldId="257"/>
            <ac:graphicFrameMk id="15" creationId="{5245CE97-A82A-C300-2B6A-E0D9CFB2236B}"/>
          </ac:graphicFrameMkLst>
        </pc:graphicFrameChg>
      </pc:sldChg>
      <pc:sldChg chg="addSp delSp modSp mod modTransition setBg modAnim">
        <pc:chgData name="Axel CHASSELOUP" userId="f97bb917-a1c2-4b2c-9fa0-2fc9c743d75d" providerId="ADAL" clId="{ABEC8942-1D28-4A94-8AAF-6361F6D65ECB}" dt="2022-04-06T07:54:56.622" v="1051"/>
        <pc:sldMkLst>
          <pc:docMk/>
          <pc:sldMk cId="1503472475" sldId="258"/>
        </pc:sldMkLst>
        <pc:spChg chg="mod">
          <ac:chgData name="Axel CHASSELOUP" userId="f97bb917-a1c2-4b2c-9fa0-2fc9c743d75d" providerId="ADAL" clId="{ABEC8942-1D28-4A94-8AAF-6361F6D65ECB}" dt="2022-04-05T10:08:59.539" v="81" actId="20577"/>
          <ac:spMkLst>
            <pc:docMk/>
            <pc:sldMk cId="1503472475" sldId="258"/>
            <ac:spMk id="2" creationId="{7B4E7C7B-0155-406E-A258-0D942598CF65}"/>
          </ac:spMkLst>
        </pc:spChg>
        <pc:spChg chg="del">
          <ac:chgData name="Axel CHASSELOUP" userId="f97bb917-a1c2-4b2c-9fa0-2fc9c743d75d" providerId="ADAL" clId="{ABEC8942-1D28-4A94-8AAF-6361F6D65ECB}" dt="2022-04-05T10:03:58.517" v="0" actId="26606"/>
          <ac:spMkLst>
            <pc:docMk/>
            <pc:sldMk cId="1503472475" sldId="258"/>
            <ac:spMk id="3" creationId="{887E02DB-33E4-4C8A-9187-93EBB533F9FF}"/>
          </ac:spMkLst>
        </pc:spChg>
        <pc:spChg chg="del">
          <ac:chgData name="Axel CHASSELOUP" userId="f97bb917-a1c2-4b2c-9fa0-2fc9c743d75d" providerId="ADAL" clId="{ABEC8942-1D28-4A94-8AAF-6361F6D65ECB}" dt="2022-04-06T07:46:32.413" v="1000"/>
          <ac:spMkLst>
            <pc:docMk/>
            <pc:sldMk cId="1503472475" sldId="258"/>
            <ac:spMk id="4" creationId="{7596972A-0B91-4CB1-9634-7095D4F7EF14}"/>
          </ac:spMkLst>
        </pc:spChg>
        <pc:spChg chg="add">
          <ac:chgData name="Axel CHASSELOUP" userId="f97bb917-a1c2-4b2c-9fa0-2fc9c743d75d" providerId="ADAL" clId="{ABEC8942-1D28-4A94-8AAF-6361F6D65ECB}" dt="2022-04-05T10:03:58.517" v="0" actId="26606"/>
          <ac:spMkLst>
            <pc:docMk/>
            <pc:sldMk cId="1503472475" sldId="258"/>
            <ac:spMk id="9" creationId="{B819A166-7571-4003-A6B8-B62034C3ED30}"/>
          </ac:spMkLst>
        </pc:spChg>
        <pc:graphicFrameChg chg="add modGraphic">
          <ac:chgData name="Axel CHASSELOUP" userId="f97bb917-a1c2-4b2c-9fa0-2fc9c743d75d" providerId="ADAL" clId="{ABEC8942-1D28-4A94-8AAF-6361F6D65ECB}" dt="2022-04-05T10:18:49.605" v="343" actId="26606"/>
          <ac:graphicFrameMkLst>
            <pc:docMk/>
            <pc:sldMk cId="1503472475" sldId="258"/>
            <ac:graphicFrameMk id="5" creationId="{502B90F2-7B9D-F9DA-8D0F-CE1658EBBF26}"/>
          </ac:graphicFrameMkLst>
        </pc:graphicFrameChg>
      </pc:sldChg>
      <pc:sldChg chg="addSp delSp modSp del mod setBg">
        <pc:chgData name="Axel CHASSELOUP" userId="f97bb917-a1c2-4b2c-9fa0-2fc9c743d75d" providerId="ADAL" clId="{ABEC8942-1D28-4A94-8AAF-6361F6D65ECB}" dt="2022-04-05T10:14:21.700" v="280" actId="47"/>
        <pc:sldMkLst>
          <pc:docMk/>
          <pc:sldMk cId="599718619" sldId="259"/>
        </pc:sldMkLst>
        <pc:spChg chg="mod">
          <ac:chgData name="Axel CHASSELOUP" userId="f97bb917-a1c2-4b2c-9fa0-2fc9c743d75d" providerId="ADAL" clId="{ABEC8942-1D28-4A94-8AAF-6361F6D65ECB}" dt="2022-04-05T10:13:31.173" v="262" actId="26606"/>
          <ac:spMkLst>
            <pc:docMk/>
            <pc:sldMk cId="599718619" sldId="259"/>
            <ac:spMk id="2" creationId="{CA95AE3C-E052-4273-9D85-E44B1F7FEBFF}"/>
          </ac:spMkLst>
        </pc:spChg>
        <pc:spChg chg="del">
          <ac:chgData name="Axel CHASSELOUP" userId="f97bb917-a1c2-4b2c-9fa0-2fc9c743d75d" providerId="ADAL" clId="{ABEC8942-1D28-4A94-8AAF-6361F6D65ECB}" dt="2022-04-05T10:04:37.863" v="10" actId="22"/>
          <ac:spMkLst>
            <pc:docMk/>
            <pc:sldMk cId="599718619" sldId="259"/>
            <ac:spMk id="3" creationId="{E25540F3-AB03-4CB1-B2C4-B9E61E654B00}"/>
          </ac:spMkLst>
        </pc:spChg>
        <pc:spChg chg="add del mod">
          <ac:chgData name="Axel CHASSELOUP" userId="f97bb917-a1c2-4b2c-9fa0-2fc9c743d75d" providerId="ADAL" clId="{ABEC8942-1D28-4A94-8AAF-6361F6D65ECB}" dt="2022-04-05T10:12:13.993" v="237" actId="22"/>
          <ac:spMkLst>
            <pc:docMk/>
            <pc:sldMk cId="599718619" sldId="259"/>
            <ac:spMk id="7" creationId="{1DF86467-BA4D-40E5-8C16-F6594004A0E1}"/>
          </ac:spMkLst>
        </pc:spChg>
        <pc:spChg chg="add del">
          <ac:chgData name="Axel CHASSELOUP" userId="f97bb917-a1c2-4b2c-9fa0-2fc9c743d75d" providerId="ADAL" clId="{ABEC8942-1D28-4A94-8AAF-6361F6D65ECB}" dt="2022-04-05T10:12:39.370" v="243" actId="478"/>
          <ac:spMkLst>
            <pc:docMk/>
            <pc:sldMk cId="599718619" sldId="259"/>
            <ac:spMk id="13" creationId="{4275FC9A-4F01-E1E1-0639-5A95BFFE8AAB}"/>
          </ac:spMkLst>
        </pc:spChg>
        <pc:spChg chg="add del">
          <ac:chgData name="Axel CHASSELOUP" userId="f97bb917-a1c2-4b2c-9fa0-2fc9c743d75d" providerId="ADAL" clId="{ABEC8942-1D28-4A94-8AAF-6361F6D65ECB}" dt="2022-04-05T10:13:31.173" v="262" actId="26606"/>
          <ac:spMkLst>
            <pc:docMk/>
            <pc:sldMk cId="599718619" sldId="259"/>
            <ac:spMk id="16" creationId="{F4C0B10B-D2C4-4A54-AFAD-3D27DF88BB37}"/>
          </ac:spMkLst>
        </pc:spChg>
        <pc:spChg chg="add del">
          <ac:chgData name="Axel CHASSELOUP" userId="f97bb917-a1c2-4b2c-9fa0-2fc9c743d75d" providerId="ADAL" clId="{ABEC8942-1D28-4A94-8AAF-6361F6D65ECB}" dt="2022-04-05T10:13:28.745" v="260" actId="26606"/>
          <ac:spMkLst>
            <pc:docMk/>
            <pc:sldMk cId="599718619" sldId="259"/>
            <ac:spMk id="28" creationId="{E6760941-EF99-4F61-A95D-3C3E7C08DBD6}"/>
          </ac:spMkLst>
        </pc:spChg>
        <pc:spChg chg="add del">
          <ac:chgData name="Axel CHASSELOUP" userId="f97bb917-a1c2-4b2c-9fa0-2fc9c743d75d" providerId="ADAL" clId="{ABEC8942-1D28-4A94-8AAF-6361F6D65ECB}" dt="2022-04-05T10:13:28.745" v="260" actId="26606"/>
          <ac:spMkLst>
            <pc:docMk/>
            <pc:sldMk cId="599718619" sldId="259"/>
            <ac:spMk id="30" creationId="{44D9B9FF-D6DA-4F69-B4A0-BA1550D65CD9}"/>
          </ac:spMkLst>
        </pc:spChg>
        <pc:spChg chg="add del">
          <ac:chgData name="Axel CHASSELOUP" userId="f97bb917-a1c2-4b2c-9fa0-2fc9c743d75d" providerId="ADAL" clId="{ABEC8942-1D28-4A94-8AAF-6361F6D65ECB}" dt="2022-04-05T10:13:28.745" v="260" actId="26606"/>
          <ac:spMkLst>
            <pc:docMk/>
            <pc:sldMk cId="599718619" sldId="259"/>
            <ac:spMk id="32" creationId="{A7DC0AF9-0747-4070-A6D7-DF3681B9EB08}"/>
          </ac:spMkLst>
        </pc:spChg>
        <pc:spChg chg="add del">
          <ac:chgData name="Axel CHASSELOUP" userId="f97bb917-a1c2-4b2c-9fa0-2fc9c743d75d" providerId="ADAL" clId="{ABEC8942-1D28-4A94-8AAF-6361F6D65ECB}" dt="2022-04-05T10:13:28.745" v="260" actId="26606"/>
          <ac:spMkLst>
            <pc:docMk/>
            <pc:sldMk cId="599718619" sldId="259"/>
            <ac:spMk id="34" creationId="{74612EAD-0A8C-4C44-AFE1-3DF0669AC819}"/>
          </ac:spMkLst>
        </pc:spChg>
        <pc:spChg chg="add del">
          <ac:chgData name="Axel CHASSELOUP" userId="f97bb917-a1c2-4b2c-9fa0-2fc9c743d75d" providerId="ADAL" clId="{ABEC8942-1D28-4A94-8AAF-6361F6D65ECB}" dt="2022-04-05T10:13:28.745" v="260" actId="26606"/>
          <ac:spMkLst>
            <pc:docMk/>
            <pc:sldMk cId="599718619" sldId="259"/>
            <ac:spMk id="36" creationId="{C2D46295-4D0D-487B-8972-141A047FB174}"/>
          </ac:spMkLst>
        </pc:spChg>
        <pc:spChg chg="add del">
          <ac:chgData name="Axel CHASSELOUP" userId="f97bb917-a1c2-4b2c-9fa0-2fc9c743d75d" providerId="ADAL" clId="{ABEC8942-1D28-4A94-8AAF-6361F6D65ECB}" dt="2022-04-05T10:13:31.173" v="262" actId="26606"/>
          <ac:spMkLst>
            <pc:docMk/>
            <pc:sldMk cId="599718619" sldId="259"/>
            <ac:spMk id="38" creationId="{379C0369-A022-4605-B2F4-7773B74CCC12}"/>
          </ac:spMkLst>
        </pc:spChg>
        <pc:spChg chg="add del">
          <ac:chgData name="Axel CHASSELOUP" userId="f97bb917-a1c2-4b2c-9fa0-2fc9c743d75d" providerId="ADAL" clId="{ABEC8942-1D28-4A94-8AAF-6361F6D65ECB}" dt="2022-04-05T10:13:31.173" v="262" actId="26606"/>
          <ac:spMkLst>
            <pc:docMk/>
            <pc:sldMk cId="599718619" sldId="259"/>
            <ac:spMk id="39" creationId="{FFFD28B7-CC22-4615-B487-71F011040163}"/>
          </ac:spMkLst>
        </pc:spChg>
        <pc:spChg chg="add del">
          <ac:chgData name="Axel CHASSELOUP" userId="f97bb917-a1c2-4b2c-9fa0-2fc9c743d75d" providerId="ADAL" clId="{ABEC8942-1D28-4A94-8AAF-6361F6D65ECB}" dt="2022-04-05T10:13:31.173" v="262" actId="26606"/>
          <ac:spMkLst>
            <pc:docMk/>
            <pc:sldMk cId="599718619" sldId="259"/>
            <ac:spMk id="40" creationId="{712E4DE6-A2E5-4786-B1B9-795E13D1294D}"/>
          </ac:spMkLst>
        </pc:spChg>
        <pc:spChg chg="add del">
          <ac:chgData name="Axel CHASSELOUP" userId="f97bb917-a1c2-4b2c-9fa0-2fc9c743d75d" providerId="ADAL" clId="{ABEC8942-1D28-4A94-8AAF-6361F6D65ECB}" dt="2022-04-05T10:13:31.173" v="262" actId="26606"/>
          <ac:spMkLst>
            <pc:docMk/>
            <pc:sldMk cId="599718619" sldId="259"/>
            <ac:spMk id="41" creationId="{176DEB1C-09CA-478A-AEEF-963E89897314}"/>
          </ac:spMkLst>
        </pc:spChg>
        <pc:spChg chg="add del">
          <ac:chgData name="Axel CHASSELOUP" userId="f97bb917-a1c2-4b2c-9fa0-2fc9c743d75d" providerId="ADAL" clId="{ABEC8942-1D28-4A94-8AAF-6361F6D65ECB}" dt="2022-04-05T10:13:31.173" v="262" actId="26606"/>
          <ac:spMkLst>
            <pc:docMk/>
            <pc:sldMk cId="599718619" sldId="259"/>
            <ac:spMk id="42" creationId="{28861D55-9A89-4552-8E10-2201E1991DB4}"/>
          </ac:spMkLst>
        </pc:spChg>
        <pc:grpChg chg="add del">
          <ac:chgData name="Axel CHASSELOUP" userId="f97bb917-a1c2-4b2c-9fa0-2fc9c743d75d" providerId="ADAL" clId="{ABEC8942-1D28-4A94-8AAF-6361F6D65ECB}" dt="2022-04-05T10:13:31.173" v="262" actId="26606"/>
          <ac:grpSpMkLst>
            <pc:docMk/>
            <pc:sldMk cId="599718619" sldId="259"/>
            <ac:grpSpMk id="18" creationId="{B6BADB90-C74B-40D6-86DC-503F65FCE8DC}"/>
          </ac:grpSpMkLst>
        </pc:grpChg>
        <pc:picChg chg="add del mod ord">
          <ac:chgData name="Axel CHASSELOUP" userId="f97bb917-a1c2-4b2c-9fa0-2fc9c743d75d" providerId="ADAL" clId="{ABEC8942-1D28-4A94-8AAF-6361F6D65ECB}" dt="2022-04-05T10:08:33.901" v="53" actId="478"/>
          <ac:picMkLst>
            <pc:docMk/>
            <pc:sldMk cId="599718619" sldId="259"/>
            <ac:picMk id="5" creationId="{93CFD455-95D6-4E76-9DC2-4A3173CF76CC}"/>
          </ac:picMkLst>
        </pc:picChg>
        <pc:picChg chg="add mod ord modCrop">
          <ac:chgData name="Axel CHASSELOUP" userId="f97bb917-a1c2-4b2c-9fa0-2fc9c743d75d" providerId="ADAL" clId="{ABEC8942-1D28-4A94-8AAF-6361F6D65ECB}" dt="2022-04-05T10:13:36.432" v="265" actId="1076"/>
          <ac:picMkLst>
            <pc:docMk/>
            <pc:sldMk cId="599718619" sldId="259"/>
            <ac:picMk id="9" creationId="{B865F6A2-6F03-4BA3-BBBF-E9D948FE2A74}"/>
          </ac:picMkLst>
        </pc:picChg>
      </pc:sldChg>
      <pc:sldChg chg="addSp delSp modSp new mod modTransition setBg modAnim modNotesTx">
        <pc:chgData name="Axel CHASSELOUP" userId="f97bb917-a1c2-4b2c-9fa0-2fc9c743d75d" providerId="ADAL" clId="{ABEC8942-1D28-4A94-8AAF-6361F6D65ECB}" dt="2022-04-06T08:44:47.611" v="1618"/>
        <pc:sldMkLst>
          <pc:docMk/>
          <pc:sldMk cId="3865774030" sldId="260"/>
        </pc:sldMkLst>
        <pc:spChg chg="mod">
          <ac:chgData name="Axel CHASSELOUP" userId="f97bb917-a1c2-4b2c-9fa0-2fc9c743d75d" providerId="ADAL" clId="{ABEC8942-1D28-4A94-8AAF-6361F6D65ECB}" dt="2022-04-05T10:10:57.203" v="123" actId="26606"/>
          <ac:spMkLst>
            <pc:docMk/>
            <pc:sldMk cId="3865774030" sldId="260"/>
            <ac:spMk id="2" creationId="{BD802DEB-F7F9-4A7C-B4BD-C69D2F127FCA}"/>
          </ac:spMkLst>
        </pc:spChg>
        <pc:spChg chg="del">
          <ac:chgData name="Axel CHASSELOUP" userId="f97bb917-a1c2-4b2c-9fa0-2fc9c743d75d" providerId="ADAL" clId="{ABEC8942-1D28-4A94-8AAF-6361F6D65ECB}" dt="2022-04-05T10:09:24.941" v="103"/>
          <ac:spMkLst>
            <pc:docMk/>
            <pc:sldMk cId="3865774030" sldId="260"/>
            <ac:spMk id="3" creationId="{797B9FF0-42C8-4B45-812F-5D247BA083E8}"/>
          </ac:spMkLst>
        </pc:spChg>
        <pc:spChg chg="add del mod">
          <ac:chgData name="Axel CHASSELOUP" userId="f97bb917-a1c2-4b2c-9fa0-2fc9c743d75d" providerId="ADAL" clId="{ABEC8942-1D28-4A94-8AAF-6361F6D65ECB}" dt="2022-04-05T10:10:20.684" v="116" actId="767"/>
          <ac:spMkLst>
            <pc:docMk/>
            <pc:sldMk cId="3865774030" sldId="260"/>
            <ac:spMk id="4" creationId="{2919D7CE-F1D9-45B0-B5BC-195666D923D8}"/>
          </ac:spMkLst>
        </pc:spChg>
        <pc:spChg chg="del">
          <ac:chgData name="Axel CHASSELOUP" userId="f97bb917-a1c2-4b2c-9fa0-2fc9c743d75d" providerId="ADAL" clId="{ABEC8942-1D28-4A94-8AAF-6361F6D65ECB}" dt="2022-04-06T07:46:32.413" v="1000"/>
          <ac:spMkLst>
            <pc:docMk/>
            <pc:sldMk cId="3865774030" sldId="260"/>
            <ac:spMk id="5" creationId="{0EAB1472-5E68-476B-A408-520816CDA448}"/>
          </ac:spMkLst>
        </pc:spChg>
        <pc:spChg chg="add del">
          <ac:chgData name="Axel CHASSELOUP" userId="f97bb917-a1c2-4b2c-9fa0-2fc9c743d75d" providerId="ADAL" clId="{ABEC8942-1D28-4A94-8AAF-6361F6D65ECB}" dt="2022-04-05T10:10:50.120" v="120" actId="26606"/>
          <ac:spMkLst>
            <pc:docMk/>
            <pc:sldMk cId="3865774030" sldId="260"/>
            <ac:spMk id="75" creationId="{B712E947-0734-45F9-9C4F-41114EC3A33E}"/>
          </ac:spMkLst>
        </pc:spChg>
        <pc:spChg chg="add">
          <ac:chgData name="Axel CHASSELOUP" userId="f97bb917-a1c2-4b2c-9fa0-2fc9c743d75d" providerId="ADAL" clId="{ABEC8942-1D28-4A94-8AAF-6361F6D65ECB}" dt="2022-04-05T10:10:57.203" v="123" actId="26606"/>
          <ac:spMkLst>
            <pc:docMk/>
            <pc:sldMk cId="3865774030" sldId="260"/>
            <ac:spMk id="79" creationId="{AB1038E6-06EF-4DCB-B52E-D3825C50F7C6}"/>
          </ac:spMkLst>
        </pc:spChg>
        <pc:spChg chg="add del">
          <ac:chgData name="Axel CHASSELOUP" userId="f97bb917-a1c2-4b2c-9fa0-2fc9c743d75d" providerId="ADAL" clId="{ABEC8942-1D28-4A94-8AAF-6361F6D65ECB}" dt="2022-04-05T10:10:57.188" v="122" actId="26606"/>
          <ac:spMkLst>
            <pc:docMk/>
            <pc:sldMk cId="3865774030" sldId="260"/>
            <ac:spMk id="81" creationId="{ACD0B258-678B-4A8C-894F-848AF24A1922}"/>
          </ac:spMkLst>
        </pc:spChg>
        <pc:spChg chg="add del">
          <ac:chgData name="Axel CHASSELOUP" userId="f97bb917-a1c2-4b2c-9fa0-2fc9c743d75d" providerId="ADAL" clId="{ABEC8942-1D28-4A94-8AAF-6361F6D65ECB}" dt="2022-04-05T10:10:57.188" v="122" actId="26606"/>
          <ac:spMkLst>
            <pc:docMk/>
            <pc:sldMk cId="3865774030" sldId="260"/>
            <ac:spMk id="83" creationId="{C8D58395-74AF-401A-AF2F-76B6FCF71DFE}"/>
          </ac:spMkLst>
        </pc:spChg>
        <pc:spChg chg="add del">
          <ac:chgData name="Axel CHASSELOUP" userId="f97bb917-a1c2-4b2c-9fa0-2fc9c743d75d" providerId="ADAL" clId="{ABEC8942-1D28-4A94-8AAF-6361F6D65ECB}" dt="2022-04-05T10:10:57.188" v="122" actId="26606"/>
          <ac:spMkLst>
            <pc:docMk/>
            <pc:sldMk cId="3865774030" sldId="260"/>
            <ac:spMk id="85" creationId="{2F003F3F-F118-41D2-AA3F-74DB0D1970BB}"/>
          </ac:spMkLst>
        </pc:spChg>
        <pc:spChg chg="add del">
          <ac:chgData name="Axel CHASSELOUP" userId="f97bb917-a1c2-4b2c-9fa0-2fc9c743d75d" providerId="ADAL" clId="{ABEC8942-1D28-4A94-8AAF-6361F6D65ECB}" dt="2022-04-05T10:10:50.120" v="120" actId="26606"/>
          <ac:spMkLst>
            <pc:docMk/>
            <pc:sldMk cId="3865774030" sldId="260"/>
            <ac:spMk id="1032" creationId="{0856D183-0E3C-16D5-10D1-3FCC9A17A10B}"/>
          </ac:spMkLst>
        </pc:spChg>
        <pc:spChg chg="add del">
          <ac:chgData name="Axel CHASSELOUP" userId="f97bb917-a1c2-4b2c-9fa0-2fc9c743d75d" providerId="ADAL" clId="{ABEC8942-1D28-4A94-8AAF-6361F6D65ECB}" dt="2022-04-05T10:10:57.188" v="122" actId="26606"/>
          <ac:spMkLst>
            <pc:docMk/>
            <pc:sldMk cId="3865774030" sldId="260"/>
            <ac:spMk id="1034" creationId="{B712E947-0734-45F9-9C4F-41114EC3A33E}"/>
          </ac:spMkLst>
        </pc:spChg>
        <pc:spChg chg="add del">
          <ac:chgData name="Axel CHASSELOUP" userId="f97bb917-a1c2-4b2c-9fa0-2fc9c743d75d" providerId="ADAL" clId="{ABEC8942-1D28-4A94-8AAF-6361F6D65ECB}" dt="2022-04-05T10:10:57.188" v="122" actId="26606"/>
          <ac:spMkLst>
            <pc:docMk/>
            <pc:sldMk cId="3865774030" sldId="260"/>
            <ac:spMk id="1035" creationId="{4C6B5652-C661-4C58-B937-F0F490F7FCB2}"/>
          </ac:spMkLst>
        </pc:spChg>
        <pc:spChg chg="add del">
          <ac:chgData name="Axel CHASSELOUP" userId="f97bb917-a1c2-4b2c-9fa0-2fc9c743d75d" providerId="ADAL" clId="{ABEC8942-1D28-4A94-8AAF-6361F6D65ECB}" dt="2022-04-05T10:10:57.188" v="122" actId="26606"/>
          <ac:spMkLst>
            <pc:docMk/>
            <pc:sldMk cId="3865774030" sldId="260"/>
            <ac:spMk id="1036" creationId="{0B936867-6407-43FB-9DE6-1B0879D0CB31}"/>
          </ac:spMkLst>
        </pc:spChg>
        <pc:spChg chg="add del">
          <ac:chgData name="Axel CHASSELOUP" userId="f97bb917-a1c2-4b2c-9fa0-2fc9c743d75d" providerId="ADAL" clId="{ABEC8942-1D28-4A94-8AAF-6361F6D65ECB}" dt="2022-04-05T10:10:57.188" v="122" actId="26606"/>
          <ac:spMkLst>
            <pc:docMk/>
            <pc:sldMk cId="3865774030" sldId="260"/>
            <ac:spMk id="1037" creationId="{81FEDD41-D9BC-8834-3557-CFE89FDBFD5F}"/>
          </ac:spMkLst>
        </pc:spChg>
        <pc:spChg chg="add">
          <ac:chgData name="Axel CHASSELOUP" userId="f97bb917-a1c2-4b2c-9fa0-2fc9c743d75d" providerId="ADAL" clId="{ABEC8942-1D28-4A94-8AAF-6361F6D65ECB}" dt="2022-04-05T10:10:57.203" v="123" actId="26606"/>
          <ac:spMkLst>
            <pc:docMk/>
            <pc:sldMk cId="3865774030" sldId="260"/>
            <ac:spMk id="1039" creationId="{D4993743-B10A-433C-9996-3035D2C3ABC6}"/>
          </ac:spMkLst>
        </pc:spChg>
        <pc:spChg chg="add">
          <ac:chgData name="Axel CHASSELOUP" userId="f97bb917-a1c2-4b2c-9fa0-2fc9c743d75d" providerId="ADAL" clId="{ABEC8942-1D28-4A94-8AAF-6361F6D65ECB}" dt="2022-04-05T10:10:57.203" v="123" actId="26606"/>
          <ac:spMkLst>
            <pc:docMk/>
            <pc:sldMk cId="3865774030" sldId="260"/>
            <ac:spMk id="1040" creationId="{BB3B8946-A0AA-42D4-8A24-639DC6EA170E}"/>
          </ac:spMkLst>
        </pc:spChg>
        <pc:spChg chg="add">
          <ac:chgData name="Axel CHASSELOUP" userId="f97bb917-a1c2-4b2c-9fa0-2fc9c743d75d" providerId="ADAL" clId="{ABEC8942-1D28-4A94-8AAF-6361F6D65ECB}" dt="2022-04-05T10:10:57.203" v="123" actId="26606"/>
          <ac:spMkLst>
            <pc:docMk/>
            <pc:sldMk cId="3865774030" sldId="260"/>
            <ac:spMk id="1041" creationId="{5C7EF35C-8B7D-4026-8F09-8B2B2250579B}"/>
          </ac:spMkLst>
        </pc:spChg>
        <pc:spChg chg="add">
          <ac:chgData name="Axel CHASSELOUP" userId="f97bb917-a1c2-4b2c-9fa0-2fc9c743d75d" providerId="ADAL" clId="{ABEC8942-1D28-4A94-8AAF-6361F6D65ECB}" dt="2022-04-05T10:10:57.203" v="123" actId="26606"/>
          <ac:spMkLst>
            <pc:docMk/>
            <pc:sldMk cId="3865774030" sldId="260"/>
            <ac:spMk id="1042" creationId="{5F24A71D-C0A9-49AC-B2D1-5A9EA2BD383E}"/>
          </ac:spMkLst>
        </pc:spChg>
        <pc:spChg chg="add">
          <ac:chgData name="Axel CHASSELOUP" userId="f97bb917-a1c2-4b2c-9fa0-2fc9c743d75d" providerId="ADAL" clId="{ABEC8942-1D28-4A94-8AAF-6361F6D65ECB}" dt="2022-04-05T10:10:57.203" v="123" actId="26606"/>
          <ac:spMkLst>
            <pc:docMk/>
            <pc:sldMk cId="3865774030" sldId="260"/>
            <ac:spMk id="1043" creationId="{14280C55-570C-4284-9850-B2BA33DB6726}"/>
          </ac:spMkLst>
        </pc:spChg>
        <pc:spChg chg="add mod">
          <ac:chgData name="Axel CHASSELOUP" userId="f97bb917-a1c2-4b2c-9fa0-2fc9c743d75d" providerId="ADAL" clId="{ABEC8942-1D28-4A94-8AAF-6361F6D65ECB}" dt="2022-04-05T10:11:26.938" v="229" actId="20577"/>
          <ac:spMkLst>
            <pc:docMk/>
            <pc:sldMk cId="3865774030" sldId="260"/>
            <ac:spMk id="1044" creationId="{7B0DB7B7-0CD4-2267-DCF4-EF2E8513822F}"/>
          </ac:spMkLst>
        </pc:spChg>
        <pc:grpChg chg="add del">
          <ac:chgData name="Axel CHASSELOUP" userId="f97bb917-a1c2-4b2c-9fa0-2fc9c743d75d" providerId="ADAL" clId="{ABEC8942-1D28-4A94-8AAF-6361F6D65ECB}" dt="2022-04-05T10:10:50.120" v="120" actId="26606"/>
          <ac:grpSpMkLst>
            <pc:docMk/>
            <pc:sldMk cId="3865774030" sldId="260"/>
            <ac:grpSpMk id="77" creationId="{12B3290A-D3BF-4B87-B55B-FD9A98B49727}"/>
          </ac:grpSpMkLst>
        </pc:grpChg>
        <pc:picChg chg="add mod ord">
          <ac:chgData name="Axel CHASSELOUP" userId="f97bb917-a1c2-4b2c-9fa0-2fc9c743d75d" providerId="ADAL" clId="{ABEC8942-1D28-4A94-8AAF-6361F6D65ECB}" dt="2022-04-05T10:10:57.203" v="123" actId="26606"/>
          <ac:picMkLst>
            <pc:docMk/>
            <pc:sldMk cId="3865774030" sldId="260"/>
            <ac:picMk id="1026" creationId="{B24E8AE6-9E07-4E6A-B363-A44AFCF784A3}"/>
          </ac:picMkLst>
        </pc:picChg>
        <pc:picChg chg="add mod">
          <ac:chgData name="Axel CHASSELOUP" userId="f97bb917-a1c2-4b2c-9fa0-2fc9c743d75d" providerId="ADAL" clId="{ABEC8942-1D28-4A94-8AAF-6361F6D65ECB}" dt="2022-04-05T10:10:57.203" v="123" actId="26606"/>
          <ac:picMkLst>
            <pc:docMk/>
            <pc:sldMk cId="3865774030" sldId="260"/>
            <ac:picMk id="1028" creationId="{4EFE0167-EC8A-4437-9EA0-6947C5EA3F0C}"/>
          </ac:picMkLst>
        </pc:picChg>
      </pc:sldChg>
      <pc:sldChg chg="addSp delSp modSp new mod ord modTransition setBg modAnim setClrOvrMap">
        <pc:chgData name="Axel CHASSELOUP" userId="f97bb917-a1c2-4b2c-9fa0-2fc9c743d75d" providerId="ADAL" clId="{ABEC8942-1D28-4A94-8AAF-6361F6D65ECB}" dt="2022-04-06T07:55:44.807" v="1061"/>
        <pc:sldMkLst>
          <pc:docMk/>
          <pc:sldMk cId="3149896021" sldId="261"/>
        </pc:sldMkLst>
        <pc:spChg chg="del">
          <ac:chgData name="Axel CHASSELOUP" userId="f97bb917-a1c2-4b2c-9fa0-2fc9c743d75d" providerId="ADAL" clId="{ABEC8942-1D28-4A94-8AAF-6361F6D65ECB}" dt="2022-04-05T10:14:26.311" v="282" actId="478"/>
          <ac:spMkLst>
            <pc:docMk/>
            <pc:sldMk cId="3149896021" sldId="261"/>
            <ac:spMk id="2" creationId="{1B9D7B80-F00D-43B1-903E-50F3521C9F15}"/>
          </ac:spMkLst>
        </pc:spChg>
        <pc:spChg chg="del">
          <ac:chgData name="Axel CHASSELOUP" userId="f97bb917-a1c2-4b2c-9fa0-2fc9c743d75d" providerId="ADAL" clId="{ABEC8942-1D28-4A94-8AAF-6361F6D65ECB}" dt="2022-04-05T10:14:27.650" v="283" actId="478"/>
          <ac:spMkLst>
            <pc:docMk/>
            <pc:sldMk cId="3149896021" sldId="261"/>
            <ac:spMk id="3" creationId="{6B6F3DA3-A11D-43AF-BE51-F768B72DB7AC}"/>
          </ac:spMkLst>
        </pc:spChg>
        <pc:spChg chg="del">
          <ac:chgData name="Axel CHASSELOUP" userId="f97bb917-a1c2-4b2c-9fa0-2fc9c743d75d" providerId="ADAL" clId="{ABEC8942-1D28-4A94-8AAF-6361F6D65ECB}" dt="2022-04-06T07:46:32.413" v="1000"/>
          <ac:spMkLst>
            <pc:docMk/>
            <pc:sldMk cId="3149896021" sldId="261"/>
            <ac:spMk id="16" creationId="{1CF6CCD8-56EC-4091-AE5A-FEA3479834BE}"/>
          </ac:spMkLst>
        </pc:spChg>
        <pc:spChg chg="add del">
          <ac:chgData name="Axel CHASSELOUP" userId="f97bb917-a1c2-4b2c-9fa0-2fc9c743d75d" providerId="ADAL" clId="{ABEC8942-1D28-4A94-8AAF-6361F6D65ECB}" dt="2022-04-05T10:18:24.274" v="336" actId="26606"/>
          <ac:spMkLst>
            <pc:docMk/>
            <pc:sldMk cId="3149896021" sldId="261"/>
            <ac:spMk id="18" creationId="{E1750109-3B91-4506-B997-0CD8E35A1488}"/>
          </ac:spMkLst>
        </pc:spChg>
        <pc:spChg chg="add del">
          <ac:chgData name="Axel CHASSELOUP" userId="f97bb917-a1c2-4b2c-9fa0-2fc9c743d75d" providerId="ADAL" clId="{ABEC8942-1D28-4A94-8AAF-6361F6D65ECB}" dt="2022-04-05T10:18:24.274" v="336" actId="26606"/>
          <ac:spMkLst>
            <pc:docMk/>
            <pc:sldMk cId="3149896021" sldId="261"/>
            <ac:spMk id="20" creationId="{E72D8D1B-59F6-4FF3-8547-9BBB6129F2FA}"/>
          </ac:spMkLst>
        </pc:spChg>
        <pc:spChg chg="add del">
          <ac:chgData name="Axel CHASSELOUP" userId="f97bb917-a1c2-4b2c-9fa0-2fc9c743d75d" providerId="ADAL" clId="{ABEC8942-1D28-4A94-8AAF-6361F6D65ECB}" dt="2022-04-05T10:18:24.274" v="336" actId="26606"/>
          <ac:spMkLst>
            <pc:docMk/>
            <pc:sldMk cId="3149896021" sldId="261"/>
            <ac:spMk id="22" creationId="{14044C96-7CFD-44DB-A579-D77B0D37C681}"/>
          </ac:spMkLst>
        </pc:spChg>
        <pc:spChg chg="add del">
          <ac:chgData name="Axel CHASSELOUP" userId="f97bb917-a1c2-4b2c-9fa0-2fc9c743d75d" providerId="ADAL" clId="{ABEC8942-1D28-4A94-8AAF-6361F6D65ECB}" dt="2022-04-05T10:18:24.274" v="336" actId="26606"/>
          <ac:spMkLst>
            <pc:docMk/>
            <pc:sldMk cId="3149896021" sldId="261"/>
            <ac:spMk id="24" creationId="{8FC8C21F-9484-4A71-ABFA-6C10682FAC3E}"/>
          </ac:spMkLst>
        </pc:spChg>
        <pc:spChg chg="add del">
          <ac:chgData name="Axel CHASSELOUP" userId="f97bb917-a1c2-4b2c-9fa0-2fc9c743d75d" providerId="ADAL" clId="{ABEC8942-1D28-4A94-8AAF-6361F6D65ECB}" dt="2022-04-05T10:18:24.274" v="336" actId="26606"/>
          <ac:spMkLst>
            <pc:docMk/>
            <pc:sldMk cId="3149896021" sldId="261"/>
            <ac:spMk id="26" creationId="{2C444748-5A8D-4B53-89FE-42B455DFA2D1}"/>
          </ac:spMkLst>
        </pc:spChg>
        <pc:spChg chg="add del">
          <ac:chgData name="Axel CHASSELOUP" userId="f97bb917-a1c2-4b2c-9fa0-2fc9c743d75d" providerId="ADAL" clId="{ABEC8942-1D28-4A94-8AAF-6361F6D65ECB}" dt="2022-04-05T10:18:24.274" v="336" actId="26606"/>
          <ac:spMkLst>
            <pc:docMk/>
            <pc:sldMk cId="3149896021" sldId="261"/>
            <ac:spMk id="28" creationId="{F4FFA271-A10A-4AC3-8F06-E3313A197A80}"/>
          </ac:spMkLst>
        </pc:spChg>
        <pc:spChg chg="add del">
          <ac:chgData name="Axel CHASSELOUP" userId="f97bb917-a1c2-4b2c-9fa0-2fc9c743d75d" providerId="ADAL" clId="{ABEC8942-1D28-4A94-8AAF-6361F6D65ECB}" dt="2022-04-05T10:18:14.769" v="325" actId="26606"/>
          <ac:spMkLst>
            <pc:docMk/>
            <pc:sldMk cId="3149896021" sldId="261"/>
            <ac:spMk id="33" creationId="{42A4FC2C-047E-45A5-965D-8E1E3BF09BC6}"/>
          </ac:spMkLst>
        </pc:spChg>
        <pc:spChg chg="add del">
          <ac:chgData name="Axel CHASSELOUP" userId="f97bb917-a1c2-4b2c-9fa0-2fc9c743d75d" providerId="ADAL" clId="{ABEC8942-1D28-4A94-8AAF-6361F6D65ECB}" dt="2022-04-05T10:18:15.540" v="327" actId="26606"/>
          <ac:spMkLst>
            <pc:docMk/>
            <pc:sldMk cId="3149896021" sldId="261"/>
            <ac:spMk id="35" creationId="{9A72E43A-2FC3-43A9-8E8E-0BF749E66E4F}"/>
          </ac:spMkLst>
        </pc:spChg>
        <pc:spChg chg="add del">
          <ac:chgData name="Axel CHASSELOUP" userId="f97bb917-a1c2-4b2c-9fa0-2fc9c743d75d" providerId="ADAL" clId="{ABEC8942-1D28-4A94-8AAF-6361F6D65ECB}" dt="2022-04-05T10:18:16.257" v="329" actId="26606"/>
          <ac:spMkLst>
            <pc:docMk/>
            <pc:sldMk cId="3149896021" sldId="261"/>
            <ac:spMk id="37" creationId="{4676BFEE-E63A-42A3-87D5-FD65694B70BA}"/>
          </ac:spMkLst>
        </pc:spChg>
        <pc:spChg chg="add del">
          <ac:chgData name="Axel CHASSELOUP" userId="f97bb917-a1c2-4b2c-9fa0-2fc9c743d75d" providerId="ADAL" clId="{ABEC8942-1D28-4A94-8AAF-6361F6D65ECB}" dt="2022-04-05T10:18:17.243" v="331" actId="26606"/>
          <ac:spMkLst>
            <pc:docMk/>
            <pc:sldMk cId="3149896021" sldId="261"/>
            <ac:spMk id="39" creationId="{42A4FC2C-047E-45A5-965D-8E1E3BF09BC6}"/>
          </ac:spMkLst>
        </pc:spChg>
        <pc:spChg chg="add del">
          <ac:chgData name="Axel CHASSELOUP" userId="f97bb917-a1c2-4b2c-9fa0-2fc9c743d75d" providerId="ADAL" clId="{ABEC8942-1D28-4A94-8AAF-6361F6D65ECB}" dt="2022-04-05T10:18:18.423" v="333" actId="26606"/>
          <ac:spMkLst>
            <pc:docMk/>
            <pc:sldMk cId="3149896021" sldId="261"/>
            <ac:spMk id="41" creationId="{6C70D60D-6722-4555-B180-3E7F450654FF}"/>
          </ac:spMkLst>
        </pc:spChg>
        <pc:spChg chg="add del">
          <ac:chgData name="Axel CHASSELOUP" userId="f97bb917-a1c2-4b2c-9fa0-2fc9c743d75d" providerId="ADAL" clId="{ABEC8942-1D28-4A94-8AAF-6361F6D65ECB}" dt="2022-04-05T10:18:24.258" v="335" actId="26606"/>
          <ac:spMkLst>
            <pc:docMk/>
            <pc:sldMk cId="3149896021" sldId="261"/>
            <ac:spMk id="43" creationId="{1F3C359C-B3DD-4FB2-A6F9-1D519B65BAF4}"/>
          </ac:spMkLst>
        </pc:spChg>
        <pc:spChg chg="add del">
          <ac:chgData name="Axel CHASSELOUP" userId="f97bb917-a1c2-4b2c-9fa0-2fc9c743d75d" providerId="ADAL" clId="{ABEC8942-1D28-4A94-8AAF-6361F6D65ECB}" dt="2022-04-05T10:18:24.258" v="335" actId="26606"/>
          <ac:spMkLst>
            <pc:docMk/>
            <pc:sldMk cId="3149896021" sldId="261"/>
            <ac:spMk id="44" creationId="{E1FB3D03-386F-4B20-BFF7-5A6FF3C2DF82}"/>
          </ac:spMkLst>
        </pc:spChg>
        <pc:spChg chg="add del">
          <ac:chgData name="Axel CHASSELOUP" userId="f97bb917-a1c2-4b2c-9fa0-2fc9c743d75d" providerId="ADAL" clId="{ABEC8942-1D28-4A94-8AAF-6361F6D65ECB}" dt="2022-04-05T10:18:24.258" v="335" actId="26606"/>
          <ac:spMkLst>
            <pc:docMk/>
            <pc:sldMk cId="3149896021" sldId="261"/>
            <ac:spMk id="45" creationId="{21908082-D0BB-4FF0-A90D-6B6B3DE2AEC2}"/>
          </ac:spMkLst>
        </pc:spChg>
        <pc:spChg chg="add del">
          <ac:chgData name="Axel CHASSELOUP" userId="f97bb917-a1c2-4b2c-9fa0-2fc9c743d75d" providerId="ADAL" clId="{ABEC8942-1D28-4A94-8AAF-6361F6D65ECB}" dt="2022-04-05T10:18:24.258" v="335" actId="26606"/>
          <ac:spMkLst>
            <pc:docMk/>
            <pc:sldMk cId="3149896021" sldId="261"/>
            <ac:spMk id="46" creationId="{FF35A874-2690-497F-80A0-03675049438E}"/>
          </ac:spMkLst>
        </pc:spChg>
        <pc:spChg chg="add del">
          <ac:chgData name="Axel CHASSELOUP" userId="f97bb917-a1c2-4b2c-9fa0-2fc9c743d75d" providerId="ADAL" clId="{ABEC8942-1D28-4A94-8AAF-6361F6D65ECB}" dt="2022-04-05T10:18:24.258" v="335" actId="26606"/>
          <ac:spMkLst>
            <pc:docMk/>
            <pc:sldMk cId="3149896021" sldId="261"/>
            <ac:spMk id="47" creationId="{297C449B-67BB-4D99-86C4-E6ECDEA6913F}"/>
          </ac:spMkLst>
        </pc:spChg>
        <pc:spChg chg="add del">
          <ac:chgData name="Axel CHASSELOUP" userId="f97bb917-a1c2-4b2c-9fa0-2fc9c743d75d" providerId="ADAL" clId="{ABEC8942-1D28-4A94-8AAF-6361F6D65ECB}" dt="2022-04-05T10:18:24.258" v="335" actId="26606"/>
          <ac:spMkLst>
            <pc:docMk/>
            <pc:sldMk cId="3149896021" sldId="261"/>
            <ac:spMk id="48" creationId="{8C9D831B-1474-4A35-98F0-2826A355CA81}"/>
          </ac:spMkLst>
        </pc:spChg>
        <pc:spChg chg="add del">
          <ac:chgData name="Axel CHASSELOUP" userId="f97bb917-a1c2-4b2c-9fa0-2fc9c743d75d" providerId="ADAL" clId="{ABEC8942-1D28-4A94-8AAF-6361F6D65ECB}" dt="2022-04-05T10:18:24.258" v="335" actId="26606"/>
          <ac:spMkLst>
            <pc:docMk/>
            <pc:sldMk cId="3149896021" sldId="261"/>
            <ac:spMk id="49" creationId="{946410AA-0894-4BBC-A1E1-6BB8EF472BE8}"/>
          </ac:spMkLst>
        </pc:spChg>
        <pc:spChg chg="add del">
          <ac:chgData name="Axel CHASSELOUP" userId="f97bb917-a1c2-4b2c-9fa0-2fc9c743d75d" providerId="ADAL" clId="{ABEC8942-1D28-4A94-8AAF-6361F6D65ECB}" dt="2022-04-05T10:19:08.416" v="346" actId="26606"/>
          <ac:spMkLst>
            <pc:docMk/>
            <pc:sldMk cId="3149896021" sldId="261"/>
            <ac:spMk id="51" creationId="{E1750109-3B91-4506-B997-0CD8E35A1488}"/>
          </ac:spMkLst>
        </pc:spChg>
        <pc:spChg chg="add del">
          <ac:chgData name="Axel CHASSELOUP" userId="f97bb917-a1c2-4b2c-9fa0-2fc9c743d75d" providerId="ADAL" clId="{ABEC8942-1D28-4A94-8AAF-6361F6D65ECB}" dt="2022-04-05T10:19:08.416" v="346" actId="26606"/>
          <ac:spMkLst>
            <pc:docMk/>
            <pc:sldMk cId="3149896021" sldId="261"/>
            <ac:spMk id="52" creationId="{E72D8D1B-59F6-4FF3-8547-9BBB6129F2FA}"/>
          </ac:spMkLst>
        </pc:spChg>
        <pc:spChg chg="add del">
          <ac:chgData name="Axel CHASSELOUP" userId="f97bb917-a1c2-4b2c-9fa0-2fc9c743d75d" providerId="ADAL" clId="{ABEC8942-1D28-4A94-8AAF-6361F6D65ECB}" dt="2022-04-05T10:19:08.416" v="346" actId="26606"/>
          <ac:spMkLst>
            <pc:docMk/>
            <pc:sldMk cId="3149896021" sldId="261"/>
            <ac:spMk id="53" creationId="{14044C96-7CFD-44DB-A579-D77B0D37C681}"/>
          </ac:spMkLst>
        </pc:spChg>
        <pc:spChg chg="add del">
          <ac:chgData name="Axel CHASSELOUP" userId="f97bb917-a1c2-4b2c-9fa0-2fc9c743d75d" providerId="ADAL" clId="{ABEC8942-1D28-4A94-8AAF-6361F6D65ECB}" dt="2022-04-05T10:19:08.416" v="346" actId="26606"/>
          <ac:spMkLst>
            <pc:docMk/>
            <pc:sldMk cId="3149896021" sldId="261"/>
            <ac:spMk id="54" creationId="{8FC8C21F-9484-4A71-ABFA-6C10682FAC3E}"/>
          </ac:spMkLst>
        </pc:spChg>
        <pc:spChg chg="add del">
          <ac:chgData name="Axel CHASSELOUP" userId="f97bb917-a1c2-4b2c-9fa0-2fc9c743d75d" providerId="ADAL" clId="{ABEC8942-1D28-4A94-8AAF-6361F6D65ECB}" dt="2022-04-05T10:19:08.416" v="346" actId="26606"/>
          <ac:spMkLst>
            <pc:docMk/>
            <pc:sldMk cId="3149896021" sldId="261"/>
            <ac:spMk id="55" creationId="{2C444748-5A8D-4B53-89FE-42B455DFA2D1}"/>
          </ac:spMkLst>
        </pc:spChg>
        <pc:spChg chg="add del">
          <ac:chgData name="Axel CHASSELOUP" userId="f97bb917-a1c2-4b2c-9fa0-2fc9c743d75d" providerId="ADAL" clId="{ABEC8942-1D28-4A94-8AAF-6361F6D65ECB}" dt="2022-04-05T10:19:08.416" v="346" actId="26606"/>
          <ac:spMkLst>
            <pc:docMk/>
            <pc:sldMk cId="3149896021" sldId="261"/>
            <ac:spMk id="56" creationId="{F4FFA271-A10A-4AC3-8F06-E3313A197A80}"/>
          </ac:spMkLst>
        </pc:spChg>
        <pc:spChg chg="mod">
          <ac:chgData name="Axel CHASSELOUP" userId="f97bb917-a1c2-4b2c-9fa0-2fc9c743d75d" providerId="ADAL" clId="{ABEC8942-1D28-4A94-8AAF-6361F6D65ECB}" dt="2022-04-05T12:19:56.528" v="547"/>
          <ac:spMkLst>
            <pc:docMk/>
            <pc:sldMk cId="3149896021" sldId="261"/>
            <ac:spMk id="70" creationId="{08943252-9931-4B20-8AF6-6F073466C3D3}"/>
          </ac:spMkLst>
        </pc:spChg>
        <pc:spChg chg="add del">
          <ac:chgData name="Axel CHASSELOUP" userId="f97bb917-a1c2-4b2c-9fa0-2fc9c743d75d" providerId="ADAL" clId="{ABEC8942-1D28-4A94-8AAF-6361F6D65ECB}" dt="2022-04-05T10:21:09.526" v="371" actId="26606"/>
          <ac:spMkLst>
            <pc:docMk/>
            <pc:sldMk cId="3149896021" sldId="261"/>
            <ac:spMk id="73" creationId="{1284CA7F-B696-4085-84C6-CD668817E685}"/>
          </ac:spMkLst>
        </pc:spChg>
        <pc:spChg chg="add del">
          <ac:chgData name="Axel CHASSELOUP" userId="f97bb917-a1c2-4b2c-9fa0-2fc9c743d75d" providerId="ADAL" clId="{ABEC8942-1D28-4A94-8AAF-6361F6D65ECB}" dt="2022-04-05T10:21:09.526" v="371" actId="26606"/>
          <ac:spMkLst>
            <pc:docMk/>
            <pc:sldMk cId="3149896021" sldId="261"/>
            <ac:spMk id="74" creationId="{858A10F4-B847-4777-BC82-782F6FB36E40}"/>
          </ac:spMkLst>
        </pc:spChg>
        <pc:spChg chg="add del">
          <ac:chgData name="Axel CHASSELOUP" userId="f97bb917-a1c2-4b2c-9fa0-2fc9c743d75d" providerId="ADAL" clId="{ABEC8942-1D28-4A94-8AAF-6361F6D65ECB}" dt="2022-04-05T10:21:09.526" v="371" actId="26606"/>
          <ac:spMkLst>
            <pc:docMk/>
            <pc:sldMk cId="3149896021" sldId="261"/>
            <ac:spMk id="75" creationId="{8883B597-C9A1-46EF-AB6B-71DF0B1ED4A6}"/>
          </ac:spMkLst>
        </pc:spChg>
        <pc:spChg chg="add del">
          <ac:chgData name="Axel CHASSELOUP" userId="f97bb917-a1c2-4b2c-9fa0-2fc9c743d75d" providerId="ADAL" clId="{ABEC8942-1D28-4A94-8AAF-6361F6D65ECB}" dt="2022-04-05T10:21:09.526" v="371" actId="26606"/>
          <ac:spMkLst>
            <pc:docMk/>
            <pc:sldMk cId="3149896021" sldId="261"/>
            <ac:spMk id="76" creationId="{A0B38421-369F-445C-9543-5BC17BC09040}"/>
          </ac:spMkLst>
        </pc:spChg>
        <pc:spChg chg="add del">
          <ac:chgData name="Axel CHASSELOUP" userId="f97bb917-a1c2-4b2c-9fa0-2fc9c743d75d" providerId="ADAL" clId="{ABEC8942-1D28-4A94-8AAF-6361F6D65ECB}" dt="2022-04-05T10:21:09.526" v="371" actId="26606"/>
          <ac:spMkLst>
            <pc:docMk/>
            <pc:sldMk cId="3149896021" sldId="261"/>
            <ac:spMk id="77" creationId="{FAA9CE81-CAF0-41E3-8E73-CAFA13A0B1A7}"/>
          </ac:spMkLst>
        </pc:spChg>
        <pc:spChg chg="mod">
          <ac:chgData name="Axel CHASSELOUP" userId="f97bb917-a1c2-4b2c-9fa0-2fc9c743d75d" providerId="ADAL" clId="{ABEC8942-1D28-4A94-8AAF-6361F6D65ECB}" dt="2022-04-05T12:19:56.528" v="547"/>
          <ac:spMkLst>
            <pc:docMk/>
            <pc:sldMk cId="3149896021" sldId="261"/>
            <ac:spMk id="79" creationId="{E313EA0A-CAE0-4E8D-BC23-E63510E711FF}"/>
          </ac:spMkLst>
        </pc:spChg>
        <pc:spChg chg="mod">
          <ac:chgData name="Axel CHASSELOUP" userId="f97bb917-a1c2-4b2c-9fa0-2fc9c743d75d" providerId="ADAL" clId="{ABEC8942-1D28-4A94-8AAF-6361F6D65ECB}" dt="2022-04-05T12:19:56.528" v="547"/>
          <ac:spMkLst>
            <pc:docMk/>
            <pc:sldMk cId="3149896021" sldId="261"/>
            <ac:spMk id="80" creationId="{C059694A-D489-4B2E-BD1D-A169EE45BBD4}"/>
          </ac:spMkLst>
        </pc:spChg>
        <pc:spChg chg="add del">
          <ac:chgData name="Axel CHASSELOUP" userId="f97bb917-a1c2-4b2c-9fa0-2fc9c743d75d" providerId="ADAL" clId="{ABEC8942-1D28-4A94-8AAF-6361F6D65ECB}" dt="2022-04-05T10:21:09.526" v="371" actId="26606"/>
          <ac:spMkLst>
            <pc:docMk/>
            <pc:sldMk cId="3149896021" sldId="261"/>
            <ac:spMk id="82" creationId="{B63E10B8-7A5C-4E1D-BE92-AAA068608C08}"/>
          </ac:spMkLst>
        </pc:spChg>
        <pc:spChg chg="mod">
          <ac:chgData name="Axel CHASSELOUP" userId="f97bb917-a1c2-4b2c-9fa0-2fc9c743d75d" providerId="ADAL" clId="{ABEC8942-1D28-4A94-8AAF-6361F6D65ECB}" dt="2022-04-05T12:19:56.528" v="547"/>
          <ac:spMkLst>
            <pc:docMk/>
            <pc:sldMk cId="3149896021" sldId="261"/>
            <ac:spMk id="83" creationId="{6C2B2DCB-6990-4430-AD0F-6E5FA0E32512}"/>
          </ac:spMkLst>
        </pc:spChg>
        <pc:spChg chg="add del">
          <ac:chgData name="Axel CHASSELOUP" userId="f97bb917-a1c2-4b2c-9fa0-2fc9c743d75d" providerId="ADAL" clId="{ABEC8942-1D28-4A94-8AAF-6361F6D65ECB}" dt="2022-04-05T10:21:09.526" v="371" actId="26606"/>
          <ac:spMkLst>
            <pc:docMk/>
            <pc:sldMk cId="3149896021" sldId="261"/>
            <ac:spMk id="84" creationId="{25C29AA3-A1AC-448F-A505-87CEAA1D90A1}"/>
          </ac:spMkLst>
        </pc:spChg>
        <pc:spChg chg="add del">
          <ac:chgData name="Axel CHASSELOUP" userId="f97bb917-a1c2-4b2c-9fa0-2fc9c743d75d" providerId="ADAL" clId="{ABEC8942-1D28-4A94-8AAF-6361F6D65ECB}" dt="2022-04-05T10:21:09.526" v="371" actId="26606"/>
          <ac:spMkLst>
            <pc:docMk/>
            <pc:sldMk cId="3149896021" sldId="261"/>
            <ac:spMk id="86" creationId="{E1C32068-6A8E-44A5-BE2D-65E7EC2DBF9A}"/>
          </ac:spMkLst>
        </pc:spChg>
        <pc:spChg chg="add del">
          <ac:chgData name="Axel CHASSELOUP" userId="f97bb917-a1c2-4b2c-9fa0-2fc9c743d75d" providerId="ADAL" clId="{ABEC8942-1D28-4A94-8AAF-6361F6D65ECB}" dt="2022-04-05T10:21:09.526" v="371" actId="26606"/>
          <ac:spMkLst>
            <pc:docMk/>
            <pc:sldMk cId="3149896021" sldId="261"/>
            <ac:spMk id="88" creationId="{83940A33-AE5F-4FC1-AFFF-1BC5DD32E14C}"/>
          </ac:spMkLst>
        </pc:spChg>
        <pc:spChg chg="add del">
          <ac:chgData name="Axel CHASSELOUP" userId="f97bb917-a1c2-4b2c-9fa0-2fc9c743d75d" providerId="ADAL" clId="{ABEC8942-1D28-4A94-8AAF-6361F6D65ECB}" dt="2022-04-05T10:21:09.526" v="371" actId="26606"/>
          <ac:spMkLst>
            <pc:docMk/>
            <pc:sldMk cId="3149896021" sldId="261"/>
            <ac:spMk id="90" creationId="{9310DD53-17D0-4A12-A0E2-72F3334878B5}"/>
          </ac:spMkLst>
        </pc:spChg>
        <pc:grpChg chg="add del mod">
          <ac:chgData name="Axel CHASSELOUP" userId="f97bb917-a1c2-4b2c-9fa0-2fc9c743d75d" providerId="ADAL" clId="{ABEC8942-1D28-4A94-8AAF-6361F6D65ECB}" dt="2022-04-05T12:41:57.987" v="558" actId="165"/>
          <ac:grpSpMkLst>
            <pc:docMk/>
            <pc:sldMk cId="3149896021" sldId="261"/>
            <ac:grpSpMk id="57" creationId="{AA911CB9-E8BC-4CBB-A2A6-C025DB8474F3}"/>
          </ac:grpSpMkLst>
        </pc:grpChg>
        <pc:grpChg chg="add del mod">
          <ac:chgData name="Axel CHASSELOUP" userId="f97bb917-a1c2-4b2c-9fa0-2fc9c743d75d" providerId="ADAL" clId="{ABEC8942-1D28-4A94-8AAF-6361F6D65ECB}" dt="2022-04-05T12:41:10.296" v="551" actId="165"/>
          <ac:grpSpMkLst>
            <pc:docMk/>
            <pc:sldMk cId="3149896021" sldId="261"/>
            <ac:grpSpMk id="60" creationId="{C945EBA4-A777-4EC3-BB62-2D941FFE404E}"/>
          </ac:grpSpMkLst>
        </pc:grpChg>
        <pc:grpChg chg="add mod">
          <ac:chgData name="Axel CHASSELOUP" userId="f97bb917-a1c2-4b2c-9fa0-2fc9c743d75d" providerId="ADAL" clId="{ABEC8942-1D28-4A94-8AAF-6361F6D65ECB}" dt="2022-04-05T12:19:58.501" v="548" actId="1076"/>
          <ac:grpSpMkLst>
            <pc:docMk/>
            <pc:sldMk cId="3149896021" sldId="261"/>
            <ac:grpSpMk id="66" creationId="{1E9E743F-96A6-4775-BD65-782AF921F1CF}"/>
          </ac:grpSpMkLst>
        </pc:grpChg>
        <pc:picChg chg="add del mod ord modCrop">
          <ac:chgData name="Axel CHASSELOUP" userId="f97bb917-a1c2-4b2c-9fa0-2fc9c743d75d" providerId="ADAL" clId="{ABEC8942-1D28-4A94-8AAF-6361F6D65ECB}" dt="2022-04-05T12:19:21.196" v="532" actId="478"/>
          <ac:picMkLst>
            <pc:docMk/>
            <pc:sldMk cId="3149896021" sldId="261"/>
            <ac:picMk id="5" creationId="{AA89CA7B-8BB0-479A-A861-A978A63A9DD0}"/>
          </ac:picMkLst>
        </pc:picChg>
        <pc:picChg chg="add del mod ord">
          <ac:chgData name="Axel CHASSELOUP" userId="f97bb917-a1c2-4b2c-9fa0-2fc9c743d75d" providerId="ADAL" clId="{ABEC8942-1D28-4A94-8AAF-6361F6D65ECB}" dt="2022-04-05T12:19:22.235" v="534" actId="478"/>
          <ac:picMkLst>
            <pc:docMk/>
            <pc:sldMk cId="3149896021" sldId="261"/>
            <ac:picMk id="7" creationId="{AD3F1E9F-031F-4DA6-9AD5-0296FE3941DC}"/>
          </ac:picMkLst>
        </pc:picChg>
        <pc:picChg chg="add del mod ord">
          <ac:chgData name="Axel CHASSELOUP" userId="f97bb917-a1c2-4b2c-9fa0-2fc9c743d75d" providerId="ADAL" clId="{ABEC8942-1D28-4A94-8AAF-6361F6D65ECB}" dt="2022-04-05T12:19:20.278" v="530" actId="478"/>
          <ac:picMkLst>
            <pc:docMk/>
            <pc:sldMk cId="3149896021" sldId="261"/>
            <ac:picMk id="9" creationId="{04AA73CE-BB61-41A5-A99C-BD61D4858AA5}"/>
          </ac:picMkLst>
        </pc:picChg>
        <pc:picChg chg="add del mod ord">
          <ac:chgData name="Axel CHASSELOUP" userId="f97bb917-a1c2-4b2c-9fa0-2fc9c743d75d" providerId="ADAL" clId="{ABEC8942-1D28-4A94-8AAF-6361F6D65ECB}" dt="2022-04-05T12:19:20.732" v="531" actId="478"/>
          <ac:picMkLst>
            <pc:docMk/>
            <pc:sldMk cId="3149896021" sldId="261"/>
            <ac:picMk id="11" creationId="{B2B6288F-BFEF-4BDB-9D81-6C1AEC677687}"/>
          </ac:picMkLst>
        </pc:picChg>
        <pc:picChg chg="add del mod ord">
          <ac:chgData name="Axel CHASSELOUP" userId="f97bb917-a1c2-4b2c-9fa0-2fc9c743d75d" providerId="ADAL" clId="{ABEC8942-1D28-4A94-8AAF-6361F6D65ECB}" dt="2022-04-05T12:19:21.634" v="533" actId="478"/>
          <ac:picMkLst>
            <pc:docMk/>
            <pc:sldMk cId="3149896021" sldId="261"/>
            <ac:picMk id="13" creationId="{28F7753E-CAF9-49C6-ABC8-8722BE918B27}"/>
          </ac:picMkLst>
        </pc:picChg>
        <pc:picChg chg="add mod">
          <ac:chgData name="Axel CHASSELOUP" userId="f97bb917-a1c2-4b2c-9fa0-2fc9c743d75d" providerId="ADAL" clId="{ABEC8942-1D28-4A94-8AAF-6361F6D65ECB}" dt="2022-04-05T14:50:31.645" v="939" actId="1076"/>
          <ac:picMkLst>
            <pc:docMk/>
            <pc:sldMk cId="3149896021" sldId="261"/>
            <ac:picMk id="15" creationId="{B0232968-C147-4FA2-8A0D-82A0BDCA57DE}"/>
          </ac:picMkLst>
        </pc:picChg>
        <pc:picChg chg="mod topLvl">
          <ac:chgData name="Axel CHASSELOUP" userId="f97bb917-a1c2-4b2c-9fa0-2fc9c743d75d" providerId="ADAL" clId="{ABEC8942-1D28-4A94-8AAF-6361F6D65ECB}" dt="2022-04-05T14:42:11.669" v="831" actId="1076"/>
          <ac:picMkLst>
            <pc:docMk/>
            <pc:sldMk cId="3149896021" sldId="261"/>
            <ac:picMk id="58" creationId="{8BC5E437-F169-468E-84F0-86D210B10D78}"/>
          </ac:picMkLst>
        </pc:picChg>
        <pc:picChg chg="mod topLvl modCrop">
          <ac:chgData name="Axel CHASSELOUP" userId="f97bb917-a1c2-4b2c-9fa0-2fc9c743d75d" providerId="ADAL" clId="{ABEC8942-1D28-4A94-8AAF-6361F6D65ECB}" dt="2022-04-05T14:42:26.096" v="837" actId="1076"/>
          <ac:picMkLst>
            <pc:docMk/>
            <pc:sldMk cId="3149896021" sldId="261"/>
            <ac:picMk id="59" creationId="{B1F337F3-917E-4672-AC01-8BDDBC29255C}"/>
          </ac:picMkLst>
        </pc:picChg>
        <pc:picChg chg="mod topLvl">
          <ac:chgData name="Axel CHASSELOUP" userId="f97bb917-a1c2-4b2c-9fa0-2fc9c743d75d" providerId="ADAL" clId="{ABEC8942-1D28-4A94-8AAF-6361F6D65ECB}" dt="2022-04-05T12:41:29.276" v="557" actId="1076"/>
          <ac:picMkLst>
            <pc:docMk/>
            <pc:sldMk cId="3149896021" sldId="261"/>
            <ac:picMk id="62" creationId="{A41761B0-F72B-4846-8950-EC9A07309A5F}"/>
          </ac:picMkLst>
        </pc:picChg>
        <pc:picChg chg="del mod topLvl">
          <ac:chgData name="Axel CHASSELOUP" userId="f97bb917-a1c2-4b2c-9fa0-2fc9c743d75d" providerId="ADAL" clId="{ABEC8942-1D28-4A94-8AAF-6361F6D65ECB}" dt="2022-04-05T12:41:20.116" v="554" actId="21"/>
          <ac:picMkLst>
            <pc:docMk/>
            <pc:sldMk cId="3149896021" sldId="261"/>
            <ac:picMk id="64" creationId="{B700BC31-1D3A-44A3-A8E2-B7520C2244DF}"/>
          </ac:picMkLst>
        </pc:picChg>
        <pc:picChg chg="mod modCrop">
          <ac:chgData name="Axel CHASSELOUP" userId="f97bb917-a1c2-4b2c-9fa0-2fc9c743d75d" providerId="ADAL" clId="{ABEC8942-1D28-4A94-8AAF-6361F6D65ECB}" dt="2022-04-05T12:20:15.965" v="550" actId="14100"/>
          <ac:picMkLst>
            <pc:docMk/>
            <pc:sldMk cId="3149896021" sldId="261"/>
            <ac:picMk id="68" creationId="{AFB9597C-237F-4626-AB9D-FC027C5B3EED}"/>
          </ac:picMkLst>
        </pc:picChg>
        <pc:picChg chg="mod">
          <ac:chgData name="Axel CHASSELOUP" userId="f97bb917-a1c2-4b2c-9fa0-2fc9c743d75d" providerId="ADAL" clId="{ABEC8942-1D28-4A94-8AAF-6361F6D65ECB}" dt="2022-04-05T12:19:56.528" v="547"/>
          <ac:picMkLst>
            <pc:docMk/>
            <pc:sldMk cId="3149896021" sldId="261"/>
            <ac:picMk id="72" creationId="{016D4F3E-1767-4240-832D-BCC21E5103A9}"/>
          </ac:picMkLst>
        </pc:picChg>
        <pc:picChg chg="mod">
          <ac:chgData name="Axel CHASSELOUP" userId="f97bb917-a1c2-4b2c-9fa0-2fc9c743d75d" providerId="ADAL" clId="{ABEC8942-1D28-4A94-8AAF-6361F6D65ECB}" dt="2022-04-05T12:19:56.528" v="547"/>
          <ac:picMkLst>
            <pc:docMk/>
            <pc:sldMk cId="3149896021" sldId="261"/>
            <ac:picMk id="78" creationId="{998D9EA3-7031-46D3-BBCC-563BC21E10AA}"/>
          </ac:picMkLst>
        </pc:picChg>
        <pc:picChg chg="mod">
          <ac:chgData name="Axel CHASSELOUP" userId="f97bb917-a1c2-4b2c-9fa0-2fc9c743d75d" providerId="ADAL" clId="{ABEC8942-1D28-4A94-8AAF-6361F6D65ECB}" dt="2022-04-05T12:19:56.528" v="547"/>
          <ac:picMkLst>
            <pc:docMk/>
            <pc:sldMk cId="3149896021" sldId="261"/>
            <ac:picMk id="81" creationId="{9B217137-720E-4D52-9C7D-B1D152D15C2F}"/>
          </ac:picMkLst>
        </pc:picChg>
        <pc:picChg chg="add mod">
          <ac:chgData name="Axel CHASSELOUP" userId="f97bb917-a1c2-4b2c-9fa0-2fc9c743d75d" providerId="ADAL" clId="{ABEC8942-1D28-4A94-8AAF-6361F6D65ECB}" dt="2022-04-05T14:50:36.801" v="940" actId="1076"/>
          <ac:picMkLst>
            <pc:docMk/>
            <pc:sldMk cId="3149896021" sldId="261"/>
            <ac:picMk id="85" creationId="{22794345-013F-4DB8-8044-3DBC5FED9032}"/>
          </ac:picMkLst>
        </pc:picChg>
        <pc:picChg chg="add del mod">
          <ac:chgData name="Axel CHASSELOUP" userId="f97bb917-a1c2-4b2c-9fa0-2fc9c743d75d" providerId="ADAL" clId="{ABEC8942-1D28-4A94-8AAF-6361F6D65ECB}" dt="2022-04-05T14:43:06.490" v="846" actId="478"/>
          <ac:picMkLst>
            <pc:docMk/>
            <pc:sldMk cId="3149896021" sldId="261"/>
            <ac:picMk id="3074" creationId="{2CF66F6B-4962-483E-A936-886D5A1E96F3}"/>
          </ac:picMkLst>
        </pc:picChg>
        <pc:picChg chg="add del mod">
          <ac:chgData name="Axel CHASSELOUP" userId="f97bb917-a1c2-4b2c-9fa0-2fc9c743d75d" providerId="ADAL" clId="{ABEC8942-1D28-4A94-8AAF-6361F6D65ECB}" dt="2022-04-05T14:43:09.581" v="849" actId="1076"/>
          <ac:picMkLst>
            <pc:docMk/>
            <pc:sldMk cId="3149896021" sldId="261"/>
            <ac:picMk id="3076" creationId="{DA76C603-A7E9-430A-8B60-38485E40D80C}"/>
          </ac:picMkLst>
        </pc:picChg>
        <pc:cxnChg chg="add del">
          <ac:chgData name="Axel CHASSELOUP" userId="f97bb917-a1c2-4b2c-9fa0-2fc9c743d75d" providerId="ADAL" clId="{ABEC8942-1D28-4A94-8AAF-6361F6D65ECB}" dt="2022-04-05T10:19:08.401" v="345" actId="26606"/>
          <ac:cxnSpMkLst>
            <pc:docMk/>
            <pc:sldMk cId="3149896021" sldId="261"/>
            <ac:cxnSpMk id="61" creationId="{B817B4B8-5E01-4B44-BC25-876D56C12149}"/>
          </ac:cxnSpMkLst>
        </pc:cxnChg>
        <pc:cxnChg chg="add del">
          <ac:chgData name="Axel CHASSELOUP" userId="f97bb917-a1c2-4b2c-9fa0-2fc9c743d75d" providerId="ADAL" clId="{ABEC8942-1D28-4A94-8AAF-6361F6D65ECB}" dt="2022-04-05T10:19:08.401" v="345" actId="26606"/>
          <ac:cxnSpMkLst>
            <pc:docMk/>
            <pc:sldMk cId="3149896021" sldId="261"/>
            <ac:cxnSpMk id="63" creationId="{D683D1A4-93E5-4A4D-B103-8223A220EB2B}"/>
          </ac:cxnSpMkLst>
        </pc:cxnChg>
        <pc:cxnChg chg="add del">
          <ac:chgData name="Axel CHASSELOUP" userId="f97bb917-a1c2-4b2c-9fa0-2fc9c743d75d" providerId="ADAL" clId="{ABEC8942-1D28-4A94-8AAF-6361F6D65ECB}" dt="2022-04-05T10:19:08.401" v="345" actId="26606"/>
          <ac:cxnSpMkLst>
            <pc:docMk/>
            <pc:sldMk cId="3149896021" sldId="261"/>
            <ac:cxnSpMk id="65" creationId="{B0E8ABF4-C289-489E-BEFB-3077F9D9C773}"/>
          </ac:cxnSpMkLst>
        </pc:cxnChg>
        <pc:cxnChg chg="add del">
          <ac:chgData name="Axel CHASSELOUP" userId="f97bb917-a1c2-4b2c-9fa0-2fc9c743d75d" providerId="ADAL" clId="{ABEC8942-1D28-4A94-8AAF-6361F6D65ECB}" dt="2022-04-05T10:19:08.401" v="345" actId="26606"/>
          <ac:cxnSpMkLst>
            <pc:docMk/>
            <pc:sldMk cId="3149896021" sldId="261"/>
            <ac:cxnSpMk id="67" creationId="{7989CFA0-35DD-4943-B365-488C66B9B192}"/>
          </ac:cxnSpMkLst>
        </pc:cxnChg>
        <pc:cxnChg chg="add del">
          <ac:chgData name="Axel CHASSELOUP" userId="f97bb917-a1c2-4b2c-9fa0-2fc9c743d75d" providerId="ADAL" clId="{ABEC8942-1D28-4A94-8AAF-6361F6D65ECB}" dt="2022-04-05T10:19:08.401" v="345" actId="26606"/>
          <ac:cxnSpMkLst>
            <pc:docMk/>
            <pc:sldMk cId="3149896021" sldId="261"/>
            <ac:cxnSpMk id="69" creationId="{688AD040-1A2B-4FB4-A345-7B9F3E5ED9B0}"/>
          </ac:cxnSpMkLst>
        </pc:cxnChg>
        <pc:cxnChg chg="add del">
          <ac:chgData name="Axel CHASSELOUP" userId="f97bb917-a1c2-4b2c-9fa0-2fc9c743d75d" providerId="ADAL" clId="{ABEC8942-1D28-4A94-8AAF-6361F6D65ECB}" dt="2022-04-05T10:19:08.401" v="345" actId="26606"/>
          <ac:cxnSpMkLst>
            <pc:docMk/>
            <pc:sldMk cId="3149896021" sldId="261"/>
            <ac:cxnSpMk id="71" creationId="{823B704A-724B-41D6-8F33-76939E727D2A}"/>
          </ac:cxnSpMkLst>
        </pc:cxnChg>
      </pc:sldChg>
      <pc:sldChg chg="modSp new del mod">
        <pc:chgData name="Axel CHASSELOUP" userId="f97bb917-a1c2-4b2c-9fa0-2fc9c743d75d" providerId="ADAL" clId="{ABEC8942-1D28-4A94-8AAF-6361F6D65ECB}" dt="2022-04-05T10:14:14.570" v="279" actId="47"/>
        <pc:sldMkLst>
          <pc:docMk/>
          <pc:sldMk cId="3924346443" sldId="261"/>
        </pc:sldMkLst>
        <pc:spChg chg="mod">
          <ac:chgData name="Axel CHASSELOUP" userId="f97bb917-a1c2-4b2c-9fa0-2fc9c743d75d" providerId="ADAL" clId="{ABEC8942-1D28-4A94-8AAF-6361F6D65ECB}" dt="2022-04-05T10:14:09.728" v="277" actId="20577"/>
          <ac:spMkLst>
            <pc:docMk/>
            <pc:sldMk cId="3924346443" sldId="261"/>
            <ac:spMk id="2" creationId="{7A798331-357F-49D1-8572-C8F6015F11E1}"/>
          </ac:spMkLst>
        </pc:spChg>
        <pc:spChg chg="mod">
          <ac:chgData name="Axel CHASSELOUP" userId="f97bb917-a1c2-4b2c-9fa0-2fc9c743d75d" providerId="ADAL" clId="{ABEC8942-1D28-4A94-8AAF-6361F6D65ECB}" dt="2022-04-05T10:14:11.125" v="278" actId="5793"/>
          <ac:spMkLst>
            <pc:docMk/>
            <pc:sldMk cId="3924346443" sldId="261"/>
            <ac:spMk id="3" creationId="{260C07AE-01A6-4321-81B0-2AC1C6DF2F67}"/>
          </ac:spMkLst>
        </pc:spChg>
      </pc:sldChg>
      <pc:sldChg chg="addSp delSp modSp new del mod">
        <pc:chgData name="Axel CHASSELOUP" userId="f97bb917-a1c2-4b2c-9fa0-2fc9c743d75d" providerId="ADAL" clId="{ABEC8942-1D28-4A94-8AAF-6361F6D65ECB}" dt="2022-04-05T13:00:27.469" v="561" actId="47"/>
        <pc:sldMkLst>
          <pc:docMk/>
          <pc:sldMk cId="73611613" sldId="262"/>
        </pc:sldMkLst>
        <pc:spChg chg="del">
          <ac:chgData name="Axel CHASSELOUP" userId="f97bb917-a1c2-4b2c-9fa0-2fc9c743d75d" providerId="ADAL" clId="{ABEC8942-1D28-4A94-8AAF-6361F6D65ECB}" dt="2022-04-05T12:03:31.081" v="376" actId="478"/>
          <ac:spMkLst>
            <pc:docMk/>
            <pc:sldMk cId="73611613" sldId="262"/>
            <ac:spMk id="2" creationId="{E75D4606-6634-4E7F-BD68-758DB29CF812}"/>
          </ac:spMkLst>
        </pc:spChg>
        <pc:spChg chg="del mod">
          <ac:chgData name="Axel CHASSELOUP" userId="f97bb917-a1c2-4b2c-9fa0-2fc9c743d75d" providerId="ADAL" clId="{ABEC8942-1D28-4A94-8AAF-6361F6D65ECB}" dt="2022-04-05T12:03:34.774" v="379" actId="478"/>
          <ac:spMkLst>
            <pc:docMk/>
            <pc:sldMk cId="73611613" sldId="262"/>
            <ac:spMk id="3" creationId="{C1A24AF6-1AEB-4EB1-8ABA-11CEA695916E}"/>
          </ac:spMkLst>
        </pc:spChg>
        <pc:spChg chg="add del">
          <ac:chgData name="Axel CHASSELOUP" userId="f97bb917-a1c2-4b2c-9fa0-2fc9c743d75d" providerId="ADAL" clId="{ABEC8942-1D28-4A94-8AAF-6361F6D65ECB}" dt="2022-04-05T12:03:44.638" v="381" actId="22"/>
          <ac:spMkLst>
            <pc:docMk/>
            <pc:sldMk cId="73611613" sldId="262"/>
            <ac:spMk id="5" creationId="{9E9F097E-997F-44BD-9470-1C510266FAEA}"/>
          </ac:spMkLst>
        </pc:spChg>
        <pc:spChg chg="add mod">
          <ac:chgData name="Axel CHASSELOUP" userId="f97bb917-a1c2-4b2c-9fa0-2fc9c743d75d" providerId="ADAL" clId="{ABEC8942-1D28-4A94-8AAF-6361F6D65ECB}" dt="2022-04-05T12:17:24.230" v="511" actId="164"/>
          <ac:spMkLst>
            <pc:docMk/>
            <pc:sldMk cId="73611613" sldId="262"/>
            <ac:spMk id="8" creationId="{D30D3923-544E-4997-8A84-DA9712457E8D}"/>
          </ac:spMkLst>
        </pc:spChg>
        <pc:spChg chg="add mod">
          <ac:chgData name="Axel CHASSELOUP" userId="f97bb917-a1c2-4b2c-9fa0-2fc9c743d75d" providerId="ADAL" clId="{ABEC8942-1D28-4A94-8AAF-6361F6D65ECB}" dt="2022-04-05T12:18:07.804" v="520" actId="1076"/>
          <ac:spMkLst>
            <pc:docMk/>
            <pc:sldMk cId="73611613" sldId="262"/>
            <ac:spMk id="17" creationId="{13664141-E09A-4590-9394-EA9FF5BCC3E1}"/>
          </ac:spMkLst>
        </pc:spChg>
        <pc:spChg chg="add mod">
          <ac:chgData name="Axel CHASSELOUP" userId="f97bb917-a1c2-4b2c-9fa0-2fc9c743d75d" providerId="ADAL" clId="{ABEC8942-1D28-4A94-8AAF-6361F6D65ECB}" dt="2022-04-05T12:17:24.230" v="511" actId="164"/>
          <ac:spMkLst>
            <pc:docMk/>
            <pc:sldMk cId="73611613" sldId="262"/>
            <ac:spMk id="18" creationId="{B70B3DEB-5E15-4DC9-A388-264343A50A7E}"/>
          </ac:spMkLst>
        </pc:spChg>
        <pc:spChg chg="add mod">
          <ac:chgData name="Axel CHASSELOUP" userId="f97bb917-a1c2-4b2c-9fa0-2fc9c743d75d" providerId="ADAL" clId="{ABEC8942-1D28-4A94-8AAF-6361F6D65ECB}" dt="2022-04-05T12:17:24.230" v="511" actId="164"/>
          <ac:spMkLst>
            <pc:docMk/>
            <pc:sldMk cId="73611613" sldId="262"/>
            <ac:spMk id="21" creationId="{3BBF0D58-CA7B-4D39-9575-77347E0EF7D6}"/>
          </ac:spMkLst>
        </pc:spChg>
        <pc:grpChg chg="add del mod">
          <ac:chgData name="Axel CHASSELOUP" userId="f97bb917-a1c2-4b2c-9fa0-2fc9c743d75d" providerId="ADAL" clId="{ABEC8942-1D28-4A94-8AAF-6361F6D65ECB}" dt="2022-04-05T12:19:31.136" v="537" actId="21"/>
          <ac:grpSpMkLst>
            <pc:docMk/>
            <pc:sldMk cId="73611613" sldId="262"/>
            <ac:grpSpMk id="22" creationId="{22101ED7-1427-4FE4-BF1C-6CA50F62BCBE}"/>
          </ac:grpSpMkLst>
        </pc:grpChg>
        <pc:grpChg chg="add del mod">
          <ac:chgData name="Axel CHASSELOUP" userId="f97bb917-a1c2-4b2c-9fa0-2fc9c743d75d" providerId="ADAL" clId="{ABEC8942-1D28-4A94-8AAF-6361F6D65ECB}" dt="2022-04-05T12:19:46.660" v="542" actId="21"/>
          <ac:grpSpMkLst>
            <pc:docMk/>
            <pc:sldMk cId="73611613" sldId="262"/>
            <ac:grpSpMk id="23" creationId="{744369F4-300C-4046-99D8-0ECB9B308068}"/>
          </ac:grpSpMkLst>
        </pc:grpChg>
        <pc:grpChg chg="add del mod">
          <ac:chgData name="Axel CHASSELOUP" userId="f97bb917-a1c2-4b2c-9fa0-2fc9c743d75d" providerId="ADAL" clId="{ABEC8942-1D28-4A94-8AAF-6361F6D65ECB}" dt="2022-04-05T12:19:55.326" v="546" actId="21"/>
          <ac:grpSpMkLst>
            <pc:docMk/>
            <pc:sldMk cId="73611613" sldId="262"/>
            <ac:grpSpMk id="24" creationId="{80B90FC4-64F8-46BD-865E-954A11881E80}"/>
          </ac:grpSpMkLst>
        </pc:grpChg>
        <pc:picChg chg="add mod">
          <ac:chgData name="Axel CHASSELOUP" userId="f97bb917-a1c2-4b2c-9fa0-2fc9c743d75d" providerId="ADAL" clId="{ABEC8942-1D28-4A94-8AAF-6361F6D65ECB}" dt="2022-04-05T12:17:57.306" v="518" actId="12788"/>
          <ac:picMkLst>
            <pc:docMk/>
            <pc:sldMk cId="73611613" sldId="262"/>
            <ac:picMk id="7" creationId="{257C9572-6685-4FFC-AAAA-4B7EBF727F1B}"/>
          </ac:picMkLst>
        </pc:picChg>
        <pc:picChg chg="add mod">
          <ac:chgData name="Axel CHASSELOUP" userId="f97bb917-a1c2-4b2c-9fa0-2fc9c743d75d" providerId="ADAL" clId="{ABEC8942-1D28-4A94-8AAF-6361F6D65ECB}" dt="2022-04-05T12:17:19.818" v="510" actId="12788"/>
          <ac:picMkLst>
            <pc:docMk/>
            <pc:sldMk cId="73611613" sldId="262"/>
            <ac:picMk id="10" creationId="{912D40C0-B852-403B-AEC8-C787BC6CFE08}"/>
          </ac:picMkLst>
        </pc:picChg>
        <pc:picChg chg="add mod">
          <ac:chgData name="Axel CHASSELOUP" userId="f97bb917-a1c2-4b2c-9fa0-2fc9c743d75d" providerId="ADAL" clId="{ABEC8942-1D28-4A94-8AAF-6361F6D65ECB}" dt="2022-04-05T12:17:19.818" v="510" actId="12788"/>
          <ac:picMkLst>
            <pc:docMk/>
            <pc:sldMk cId="73611613" sldId="262"/>
            <ac:picMk id="12" creationId="{554C5A2B-4DA3-440D-B288-0FF01E984F9F}"/>
          </ac:picMkLst>
        </pc:picChg>
        <pc:picChg chg="add mod">
          <ac:chgData name="Axel CHASSELOUP" userId="f97bb917-a1c2-4b2c-9fa0-2fc9c743d75d" providerId="ADAL" clId="{ABEC8942-1D28-4A94-8AAF-6361F6D65ECB}" dt="2022-04-05T12:17:47.905" v="517" actId="12789"/>
          <ac:picMkLst>
            <pc:docMk/>
            <pc:sldMk cId="73611613" sldId="262"/>
            <ac:picMk id="14" creationId="{44D2BAB1-9B64-413A-BB76-3732730A22E3}"/>
          </ac:picMkLst>
        </pc:picChg>
        <pc:picChg chg="add mod">
          <ac:chgData name="Axel CHASSELOUP" userId="f97bb917-a1c2-4b2c-9fa0-2fc9c743d75d" providerId="ADAL" clId="{ABEC8942-1D28-4A94-8AAF-6361F6D65ECB}" dt="2022-04-05T12:17:47.905" v="517" actId="12789"/>
          <ac:picMkLst>
            <pc:docMk/>
            <pc:sldMk cId="73611613" sldId="262"/>
            <ac:picMk id="16" creationId="{D74AE63D-CD75-4C87-9C61-51AF1E5681DF}"/>
          </ac:picMkLst>
        </pc:picChg>
        <pc:picChg chg="add mod">
          <ac:chgData name="Axel CHASSELOUP" userId="f97bb917-a1c2-4b2c-9fa0-2fc9c743d75d" providerId="ADAL" clId="{ABEC8942-1D28-4A94-8AAF-6361F6D65ECB}" dt="2022-04-05T12:17:57.306" v="518" actId="12788"/>
          <ac:picMkLst>
            <pc:docMk/>
            <pc:sldMk cId="73611613" sldId="262"/>
            <ac:picMk id="20" creationId="{86077E23-E1D1-4562-90A5-E1A06A904ACF}"/>
          </ac:picMkLst>
        </pc:picChg>
        <pc:picChg chg="add mod">
          <ac:chgData name="Axel CHASSELOUP" userId="f97bb917-a1c2-4b2c-9fa0-2fc9c743d75d" providerId="ADAL" clId="{ABEC8942-1D28-4A94-8AAF-6361F6D65ECB}" dt="2022-04-05T12:18:31.412" v="523" actId="1076"/>
          <ac:picMkLst>
            <pc:docMk/>
            <pc:sldMk cId="73611613" sldId="262"/>
            <ac:picMk id="2050" creationId="{69D075B5-CC0A-45E5-8719-2578CFDA5257}"/>
          </ac:picMkLst>
        </pc:picChg>
        <pc:picChg chg="add mod">
          <ac:chgData name="Axel CHASSELOUP" userId="f97bb917-a1c2-4b2c-9fa0-2fc9c743d75d" providerId="ADAL" clId="{ABEC8942-1D28-4A94-8AAF-6361F6D65ECB}" dt="2022-04-05T12:18:31.412" v="523" actId="1076"/>
          <ac:picMkLst>
            <pc:docMk/>
            <pc:sldMk cId="73611613" sldId="262"/>
            <ac:picMk id="2052" creationId="{024EA6CA-992E-47BB-A12B-9A72EA58CBD6}"/>
          </ac:picMkLst>
        </pc:picChg>
      </pc:sldChg>
      <pc:sldChg chg="new del">
        <pc:chgData name="Axel CHASSELOUP" userId="f97bb917-a1c2-4b2c-9fa0-2fc9c743d75d" providerId="ADAL" clId="{ABEC8942-1D28-4A94-8AAF-6361F6D65ECB}" dt="2022-04-05T12:19:15.951" v="529" actId="47"/>
        <pc:sldMkLst>
          <pc:docMk/>
          <pc:sldMk cId="2279137700" sldId="263"/>
        </pc:sldMkLst>
      </pc:sldChg>
      <pc:sldChg chg="new del">
        <pc:chgData name="Axel CHASSELOUP" userId="f97bb917-a1c2-4b2c-9fa0-2fc9c743d75d" providerId="ADAL" clId="{ABEC8942-1D28-4A94-8AAF-6361F6D65ECB}" dt="2022-04-05T12:19:12.408" v="528" actId="47"/>
        <pc:sldMkLst>
          <pc:docMk/>
          <pc:sldMk cId="2081343176" sldId="264"/>
        </pc:sldMkLst>
      </pc:sldChg>
      <pc:sldChg chg="delSp add modTransition modAnim">
        <pc:chgData name="Axel CHASSELOUP" userId="f97bb917-a1c2-4b2c-9fa0-2fc9c743d75d" providerId="ADAL" clId="{ABEC8942-1D28-4A94-8AAF-6361F6D65ECB}" dt="2022-04-06T07:55:26.311" v="1057"/>
        <pc:sldMkLst>
          <pc:docMk/>
          <pc:sldMk cId="2521464653" sldId="265"/>
        </pc:sldMkLst>
        <pc:spChg chg="del">
          <ac:chgData name="Axel CHASSELOUP" userId="f97bb917-a1c2-4b2c-9fa0-2fc9c743d75d" providerId="ADAL" clId="{ABEC8942-1D28-4A94-8AAF-6361F6D65ECB}" dt="2022-04-06T07:46:32.413" v="1000"/>
          <ac:spMkLst>
            <pc:docMk/>
            <pc:sldMk cId="2521464653" sldId="265"/>
            <ac:spMk id="2" creationId="{D22C6289-14CE-4E52-AF86-601F3377025B}"/>
          </ac:spMkLst>
        </pc:spChg>
      </pc:sldChg>
      <pc:sldChg chg="addSp delSp modSp new mod modTransition setBg modAnim setClrOvrMap">
        <pc:chgData name="Axel CHASSELOUP" userId="f97bb917-a1c2-4b2c-9fa0-2fc9c743d75d" providerId="ADAL" clId="{ABEC8942-1D28-4A94-8AAF-6361F6D65ECB}" dt="2022-04-06T07:56:55.743" v="1073"/>
        <pc:sldMkLst>
          <pc:docMk/>
          <pc:sldMk cId="2295147252" sldId="266"/>
        </pc:sldMkLst>
        <pc:spChg chg="mod">
          <ac:chgData name="Axel CHASSELOUP" userId="f97bb917-a1c2-4b2c-9fa0-2fc9c743d75d" providerId="ADAL" clId="{ABEC8942-1D28-4A94-8AAF-6361F6D65ECB}" dt="2022-04-06T07:56:48.461" v="1071" actId="122"/>
          <ac:spMkLst>
            <pc:docMk/>
            <pc:sldMk cId="2295147252" sldId="266"/>
            <ac:spMk id="2" creationId="{7D6197F2-235D-4C0D-9CB7-3B8DAE0C8F7B}"/>
          </ac:spMkLst>
        </pc:spChg>
        <pc:spChg chg="add del mod">
          <ac:chgData name="Axel CHASSELOUP" userId="f97bb917-a1c2-4b2c-9fa0-2fc9c743d75d" providerId="ADAL" clId="{ABEC8942-1D28-4A94-8AAF-6361F6D65ECB}" dt="2022-04-05T13:13:00.181" v="707" actId="26606"/>
          <ac:spMkLst>
            <pc:docMk/>
            <pc:sldMk cId="2295147252" sldId="266"/>
            <ac:spMk id="3" creationId="{0BCB9E42-C658-4AAD-95F2-08BC6F21C9FE}"/>
          </ac:spMkLst>
        </pc:spChg>
        <pc:spChg chg="del">
          <ac:chgData name="Axel CHASSELOUP" userId="f97bb917-a1c2-4b2c-9fa0-2fc9c743d75d" providerId="ADAL" clId="{ABEC8942-1D28-4A94-8AAF-6361F6D65ECB}" dt="2022-04-06T07:46:32.413" v="1000"/>
          <ac:spMkLst>
            <pc:docMk/>
            <pc:sldMk cId="2295147252" sldId="266"/>
            <ac:spMk id="4" creationId="{E8F18B16-E04D-4691-B970-E35AFB20989D}"/>
          </ac:spMkLst>
        </pc:spChg>
        <pc:spChg chg="add del">
          <ac:chgData name="Axel CHASSELOUP" userId="f97bb917-a1c2-4b2c-9fa0-2fc9c743d75d" providerId="ADAL" clId="{ABEC8942-1D28-4A94-8AAF-6361F6D65ECB}" dt="2022-04-05T13:02:03.447" v="624" actId="26606"/>
          <ac:spMkLst>
            <pc:docMk/>
            <pc:sldMk cId="2295147252" sldId="266"/>
            <ac:spMk id="9" creationId="{E49CC64F-7275-4E33-961B-0C5CDC439875}"/>
          </ac:spMkLst>
        </pc:spChg>
        <pc:spChg chg="add">
          <ac:chgData name="Axel CHASSELOUP" userId="f97bb917-a1c2-4b2c-9fa0-2fc9c743d75d" providerId="ADAL" clId="{ABEC8942-1D28-4A94-8AAF-6361F6D65ECB}" dt="2022-04-05T13:13:00.181" v="707" actId="26606"/>
          <ac:spMkLst>
            <pc:docMk/>
            <pc:sldMk cId="2295147252" sldId="266"/>
            <ac:spMk id="10" creationId="{B50AB553-2A96-4A92-96F2-93548E096954}"/>
          </ac:spMkLst>
        </pc:spChg>
        <pc:spChg chg="add del">
          <ac:chgData name="Axel CHASSELOUP" userId="f97bb917-a1c2-4b2c-9fa0-2fc9c743d75d" providerId="ADAL" clId="{ABEC8942-1D28-4A94-8AAF-6361F6D65ECB}" dt="2022-04-05T13:02:10.482" v="626" actId="26606"/>
          <ac:spMkLst>
            <pc:docMk/>
            <pc:sldMk cId="2295147252" sldId="266"/>
            <ac:spMk id="11" creationId="{007891EC-4501-44ED-A8C8-B11B6DB767AB}"/>
          </ac:spMkLst>
        </pc:spChg>
        <pc:spChg chg="add del">
          <ac:chgData name="Axel CHASSELOUP" userId="f97bb917-a1c2-4b2c-9fa0-2fc9c743d75d" providerId="ADAL" clId="{ABEC8942-1D28-4A94-8AAF-6361F6D65ECB}" dt="2022-04-05T13:02:10.482" v="626" actId="26606"/>
          <ac:spMkLst>
            <pc:docMk/>
            <pc:sldMk cId="2295147252" sldId="266"/>
            <ac:spMk id="12" creationId="{C1DD1A8A-57D5-4A81-AD04-532B043C5611}"/>
          </ac:spMkLst>
        </pc:spChg>
        <pc:graphicFrameChg chg="add mod">
          <ac:chgData name="Axel CHASSELOUP" userId="f97bb917-a1c2-4b2c-9fa0-2fc9c743d75d" providerId="ADAL" clId="{ABEC8942-1D28-4A94-8AAF-6361F6D65ECB}" dt="2022-04-06T07:56:40.546" v="1070"/>
          <ac:graphicFrameMkLst>
            <pc:docMk/>
            <pc:sldMk cId="2295147252" sldId="266"/>
            <ac:graphicFrameMk id="7" creationId="{F4844529-F7F5-14AC-EC9B-3E9D0E861859}"/>
          </ac:graphicFrameMkLst>
        </pc:graphicFrameChg>
        <pc:picChg chg="add del">
          <ac:chgData name="Axel CHASSELOUP" userId="f97bb917-a1c2-4b2c-9fa0-2fc9c743d75d" providerId="ADAL" clId="{ABEC8942-1D28-4A94-8AAF-6361F6D65ECB}" dt="2022-04-05T13:02:03.447" v="624" actId="26606"/>
          <ac:picMkLst>
            <pc:docMk/>
            <pc:sldMk cId="2295147252" sldId="266"/>
            <ac:picMk id="5" creationId="{88E3DB46-680A-F7C6-BBAE-F5ECFF9D943D}"/>
          </ac:picMkLst>
        </pc:picChg>
        <pc:picChg chg="add">
          <ac:chgData name="Axel CHASSELOUP" userId="f97bb917-a1c2-4b2c-9fa0-2fc9c743d75d" providerId="ADAL" clId="{ABEC8942-1D28-4A94-8AAF-6361F6D65ECB}" dt="2022-04-05T13:13:00.181" v="707" actId="26606"/>
          <ac:picMkLst>
            <pc:docMk/>
            <pc:sldMk cId="2295147252" sldId="266"/>
            <ac:picMk id="6" creationId="{1521534E-86CC-03F8-30C7-5C97BDAFBC1C}"/>
          </ac:picMkLst>
        </pc:picChg>
        <pc:picChg chg="add del">
          <ac:chgData name="Axel CHASSELOUP" userId="f97bb917-a1c2-4b2c-9fa0-2fc9c743d75d" providerId="ADAL" clId="{ABEC8942-1D28-4A94-8AAF-6361F6D65ECB}" dt="2022-04-05T13:02:10.482" v="626" actId="26606"/>
          <ac:picMkLst>
            <pc:docMk/>
            <pc:sldMk cId="2295147252" sldId="266"/>
            <ac:picMk id="13" creationId="{6E7C81A1-9C50-EADD-B25E-654E9977DC46}"/>
          </ac:picMkLst>
        </pc:picChg>
      </pc:sldChg>
      <pc:sldChg chg="addSp delSp modSp new mod modTransition setBg modAnim">
        <pc:chgData name="Axel CHASSELOUP" userId="f97bb917-a1c2-4b2c-9fa0-2fc9c743d75d" providerId="ADAL" clId="{ABEC8942-1D28-4A94-8AAF-6361F6D65ECB}" dt="2022-04-06T07:54:30.338" v="1048"/>
        <pc:sldMkLst>
          <pc:docMk/>
          <pc:sldMk cId="264709717" sldId="267"/>
        </pc:sldMkLst>
        <pc:spChg chg="del">
          <ac:chgData name="Axel CHASSELOUP" userId="f97bb917-a1c2-4b2c-9fa0-2fc9c743d75d" providerId="ADAL" clId="{ABEC8942-1D28-4A94-8AAF-6361F6D65ECB}" dt="2022-04-05T13:03:23.515" v="628" actId="478"/>
          <ac:spMkLst>
            <pc:docMk/>
            <pc:sldMk cId="264709717" sldId="267"/>
            <ac:spMk id="2" creationId="{EE8E393D-72FE-485D-B022-EE2B35E2C717}"/>
          </ac:spMkLst>
        </pc:spChg>
        <pc:spChg chg="del">
          <ac:chgData name="Axel CHASSELOUP" userId="f97bb917-a1c2-4b2c-9fa0-2fc9c743d75d" providerId="ADAL" clId="{ABEC8942-1D28-4A94-8AAF-6361F6D65ECB}" dt="2022-04-05T13:03:25.967" v="629" actId="478"/>
          <ac:spMkLst>
            <pc:docMk/>
            <pc:sldMk cId="264709717" sldId="267"/>
            <ac:spMk id="3" creationId="{EED798AB-BCF7-498A-8E8A-16DEB9D8D39B}"/>
          </ac:spMkLst>
        </pc:spChg>
        <pc:spChg chg="del">
          <ac:chgData name="Axel CHASSELOUP" userId="f97bb917-a1c2-4b2c-9fa0-2fc9c743d75d" providerId="ADAL" clId="{ABEC8942-1D28-4A94-8AAF-6361F6D65ECB}" dt="2022-04-06T07:46:32.413" v="1000"/>
          <ac:spMkLst>
            <pc:docMk/>
            <pc:sldMk cId="264709717" sldId="267"/>
            <ac:spMk id="10" creationId="{A69BB997-FBF4-417E-B2D3-B5676972B5CC}"/>
          </ac:spMkLst>
        </pc:spChg>
        <pc:spChg chg="add">
          <ac:chgData name="Axel CHASSELOUP" userId="f97bb917-a1c2-4b2c-9fa0-2fc9c743d75d" providerId="ADAL" clId="{ABEC8942-1D28-4A94-8AAF-6361F6D65ECB}" dt="2022-04-05T13:09:07.594" v="647" actId="26606"/>
          <ac:spMkLst>
            <pc:docMk/>
            <pc:sldMk cId="264709717" sldId="267"/>
            <ac:spMk id="14" creationId="{69D184B2-2226-4E31-BCCB-444330767440}"/>
          </ac:spMkLst>
        </pc:spChg>
        <pc:spChg chg="add">
          <ac:chgData name="Axel CHASSELOUP" userId="f97bb917-a1c2-4b2c-9fa0-2fc9c743d75d" providerId="ADAL" clId="{ABEC8942-1D28-4A94-8AAF-6361F6D65ECB}" dt="2022-04-05T13:09:07.594" v="647" actId="26606"/>
          <ac:spMkLst>
            <pc:docMk/>
            <pc:sldMk cId="264709717" sldId="267"/>
            <ac:spMk id="16" creationId="{1AC4D4E3-486A-464A-8EC8-D44881097267}"/>
          </ac:spMkLst>
        </pc:spChg>
        <pc:spChg chg="add">
          <ac:chgData name="Axel CHASSELOUP" userId="f97bb917-a1c2-4b2c-9fa0-2fc9c743d75d" providerId="ADAL" clId="{ABEC8942-1D28-4A94-8AAF-6361F6D65ECB}" dt="2022-04-05T13:09:07.594" v="647" actId="26606"/>
          <ac:spMkLst>
            <pc:docMk/>
            <pc:sldMk cId="264709717" sldId="267"/>
            <ac:spMk id="18" creationId="{864DE13E-58EB-4475-B79C-0D4FC651239B}"/>
          </ac:spMkLst>
        </pc:spChg>
        <pc:picChg chg="add del mod">
          <ac:chgData name="Axel CHASSELOUP" userId="f97bb917-a1c2-4b2c-9fa0-2fc9c743d75d" providerId="ADAL" clId="{ABEC8942-1D28-4A94-8AAF-6361F6D65ECB}" dt="2022-04-05T13:08:48.811" v="641" actId="478"/>
          <ac:picMkLst>
            <pc:docMk/>
            <pc:sldMk cId="264709717" sldId="267"/>
            <ac:picMk id="5" creationId="{6FB50C08-A5E7-4ECE-8EF6-7D5EADADA903}"/>
          </ac:picMkLst>
        </pc:picChg>
        <pc:picChg chg="add mod ord">
          <ac:chgData name="Axel CHASSELOUP" userId="f97bb917-a1c2-4b2c-9fa0-2fc9c743d75d" providerId="ADAL" clId="{ABEC8942-1D28-4A94-8AAF-6361F6D65ECB}" dt="2022-04-06T07:54:14.262" v="1044" actId="1076"/>
          <ac:picMkLst>
            <pc:docMk/>
            <pc:sldMk cId="264709717" sldId="267"/>
            <ac:picMk id="7" creationId="{C429D41C-FD63-4289-9C1E-93DF08CEE1D1}"/>
          </ac:picMkLst>
        </pc:picChg>
        <pc:picChg chg="add mod">
          <ac:chgData name="Axel CHASSELOUP" userId="f97bb917-a1c2-4b2c-9fa0-2fc9c743d75d" providerId="ADAL" clId="{ABEC8942-1D28-4A94-8AAF-6361F6D65ECB}" dt="2022-04-06T07:54:12.335" v="1043" actId="1076"/>
          <ac:picMkLst>
            <pc:docMk/>
            <pc:sldMk cId="264709717" sldId="267"/>
            <ac:picMk id="9" creationId="{ECAE7625-70A9-4C2B-9814-45FBDFA0FB01}"/>
          </ac:picMkLst>
        </pc:picChg>
        <pc:cxnChg chg="add">
          <ac:chgData name="Axel CHASSELOUP" userId="f97bb917-a1c2-4b2c-9fa0-2fc9c743d75d" providerId="ADAL" clId="{ABEC8942-1D28-4A94-8AAF-6361F6D65ECB}" dt="2022-04-05T13:09:07.594" v="647" actId="26606"/>
          <ac:cxnSpMkLst>
            <pc:docMk/>
            <pc:sldMk cId="264709717" sldId="267"/>
            <ac:cxnSpMk id="20" creationId="{02E9B2EE-76CA-47F3-9977-3F2FCB7FD252}"/>
          </ac:cxnSpMkLst>
        </pc:cxnChg>
      </pc:sldChg>
      <pc:sldChg chg="addSp delSp modSp new mod modTransition setBg modAnim">
        <pc:chgData name="Axel CHASSELOUP" userId="f97bb917-a1c2-4b2c-9fa0-2fc9c743d75d" providerId="ADAL" clId="{ABEC8942-1D28-4A94-8AAF-6361F6D65ECB}" dt="2022-04-06T08:06:23.243" v="1080"/>
        <pc:sldMkLst>
          <pc:docMk/>
          <pc:sldMk cId="1321984082" sldId="268"/>
        </pc:sldMkLst>
        <pc:spChg chg="mod ord">
          <ac:chgData name="Axel CHASSELOUP" userId="f97bb917-a1c2-4b2c-9fa0-2fc9c743d75d" providerId="ADAL" clId="{ABEC8942-1D28-4A94-8AAF-6361F6D65ECB}" dt="2022-04-05T13:17:39.256" v="728" actId="26606"/>
          <ac:spMkLst>
            <pc:docMk/>
            <pc:sldMk cId="1321984082" sldId="268"/>
            <ac:spMk id="2" creationId="{8CFEE34D-D471-43DB-A953-D882F93336A4}"/>
          </ac:spMkLst>
        </pc:spChg>
        <pc:spChg chg="del">
          <ac:chgData name="Axel CHASSELOUP" userId="f97bb917-a1c2-4b2c-9fa0-2fc9c743d75d" providerId="ADAL" clId="{ABEC8942-1D28-4A94-8AAF-6361F6D65ECB}" dt="2022-04-05T13:16:25.715" v="716" actId="478"/>
          <ac:spMkLst>
            <pc:docMk/>
            <pc:sldMk cId="1321984082" sldId="268"/>
            <ac:spMk id="3" creationId="{8AECD7AC-0511-4C0A-8B24-01DC9B833A4B}"/>
          </ac:spMkLst>
        </pc:spChg>
        <pc:spChg chg="del">
          <ac:chgData name="Axel CHASSELOUP" userId="f97bb917-a1c2-4b2c-9fa0-2fc9c743d75d" providerId="ADAL" clId="{ABEC8942-1D28-4A94-8AAF-6361F6D65ECB}" dt="2022-04-06T07:46:32.413" v="1000"/>
          <ac:spMkLst>
            <pc:docMk/>
            <pc:sldMk cId="1321984082" sldId="268"/>
            <ac:spMk id="10" creationId="{E10809DE-3CEA-42E9-A767-DDD430D42BC4}"/>
          </ac:spMkLst>
        </pc:spChg>
        <pc:spChg chg="add">
          <ac:chgData name="Axel CHASSELOUP" userId="f97bb917-a1c2-4b2c-9fa0-2fc9c743d75d" providerId="ADAL" clId="{ABEC8942-1D28-4A94-8AAF-6361F6D65ECB}" dt="2022-04-05T13:17:39.256" v="728" actId="26606"/>
          <ac:spMkLst>
            <pc:docMk/>
            <pc:sldMk cId="1321984082" sldId="268"/>
            <ac:spMk id="12" creationId="{08E89D5E-1885-4160-AC77-CC471DD1D0DB}"/>
          </ac:spMkLst>
        </pc:spChg>
        <pc:picChg chg="add mod">
          <ac:chgData name="Axel CHASSELOUP" userId="f97bb917-a1c2-4b2c-9fa0-2fc9c743d75d" providerId="ADAL" clId="{ABEC8942-1D28-4A94-8AAF-6361F6D65ECB}" dt="2022-04-05T13:17:39.256" v="728" actId="26606"/>
          <ac:picMkLst>
            <pc:docMk/>
            <pc:sldMk cId="1321984082" sldId="268"/>
            <ac:picMk id="5" creationId="{6028BAE6-A2FD-40C8-84FD-ABBF72C73492}"/>
          </ac:picMkLst>
        </pc:picChg>
        <pc:picChg chg="add del mod">
          <ac:chgData name="Axel CHASSELOUP" userId="f97bb917-a1c2-4b2c-9fa0-2fc9c743d75d" providerId="ADAL" clId="{ABEC8942-1D28-4A94-8AAF-6361F6D65ECB}" dt="2022-04-05T14:47:16.770" v="929" actId="478"/>
          <ac:picMkLst>
            <pc:docMk/>
            <pc:sldMk cId="1321984082" sldId="268"/>
            <ac:picMk id="7" creationId="{DFABE703-7E8E-4860-8575-ABE4485179D8}"/>
          </ac:picMkLst>
        </pc:picChg>
        <pc:picChg chg="add mod">
          <ac:chgData name="Axel CHASSELOUP" userId="f97bb917-a1c2-4b2c-9fa0-2fc9c743d75d" providerId="ADAL" clId="{ABEC8942-1D28-4A94-8AAF-6361F6D65ECB}" dt="2022-04-05T14:47:25.300" v="933" actId="1076"/>
          <ac:picMkLst>
            <pc:docMk/>
            <pc:sldMk cId="1321984082" sldId="268"/>
            <ac:picMk id="9" creationId="{5937FC9D-EA5F-4D46-84EE-8DCCA265D31E}"/>
          </ac:picMkLst>
        </pc:picChg>
        <pc:cxnChg chg="add">
          <ac:chgData name="Axel CHASSELOUP" userId="f97bb917-a1c2-4b2c-9fa0-2fc9c743d75d" providerId="ADAL" clId="{ABEC8942-1D28-4A94-8AAF-6361F6D65ECB}" dt="2022-04-05T13:17:39.256" v="728" actId="26606"/>
          <ac:cxnSpMkLst>
            <pc:docMk/>
            <pc:sldMk cId="1321984082" sldId="268"/>
            <ac:cxnSpMk id="14" creationId="{550D2BD1-98F9-412D-905B-3A843EF4078B}"/>
          </ac:cxnSpMkLst>
        </pc:cxnChg>
      </pc:sldChg>
      <pc:sldChg chg="addSp delSp modSp new del mod">
        <pc:chgData name="Axel CHASSELOUP" userId="f97bb917-a1c2-4b2c-9fa0-2fc9c743d75d" providerId="ADAL" clId="{ABEC8942-1D28-4A94-8AAF-6361F6D65ECB}" dt="2022-04-05T13:50:04.800" v="785" actId="47"/>
        <pc:sldMkLst>
          <pc:docMk/>
          <pc:sldMk cId="2982191687" sldId="269"/>
        </pc:sldMkLst>
        <pc:spChg chg="mod">
          <ac:chgData name="Axel CHASSELOUP" userId="f97bb917-a1c2-4b2c-9fa0-2fc9c743d75d" providerId="ADAL" clId="{ABEC8942-1D28-4A94-8AAF-6361F6D65ECB}" dt="2022-04-05T13:17:52.510" v="740" actId="122"/>
          <ac:spMkLst>
            <pc:docMk/>
            <pc:sldMk cId="2982191687" sldId="269"/>
            <ac:spMk id="2" creationId="{0543ECC2-27BC-403C-ABD6-04D07DDC8282}"/>
          </ac:spMkLst>
        </pc:spChg>
        <pc:spChg chg="del">
          <ac:chgData name="Axel CHASSELOUP" userId="f97bb917-a1c2-4b2c-9fa0-2fc9c743d75d" providerId="ADAL" clId="{ABEC8942-1D28-4A94-8AAF-6361F6D65ECB}" dt="2022-04-05T13:17:54.533" v="741" actId="478"/>
          <ac:spMkLst>
            <pc:docMk/>
            <pc:sldMk cId="2982191687" sldId="269"/>
            <ac:spMk id="3" creationId="{E7B56192-EECB-466C-BF79-8E8378F0FD88}"/>
          </ac:spMkLst>
        </pc:spChg>
        <pc:picChg chg="add mod">
          <ac:chgData name="Axel CHASSELOUP" userId="f97bb917-a1c2-4b2c-9fa0-2fc9c743d75d" providerId="ADAL" clId="{ABEC8942-1D28-4A94-8AAF-6361F6D65ECB}" dt="2022-04-05T13:20:11.917" v="747" actId="14100"/>
          <ac:picMkLst>
            <pc:docMk/>
            <pc:sldMk cId="2982191687" sldId="269"/>
            <ac:picMk id="5" creationId="{898BB121-A578-4ADD-A03A-966452450F84}"/>
          </ac:picMkLst>
        </pc:picChg>
        <pc:picChg chg="add mod">
          <ac:chgData name="Axel CHASSELOUP" userId="f97bb917-a1c2-4b2c-9fa0-2fc9c743d75d" providerId="ADAL" clId="{ABEC8942-1D28-4A94-8AAF-6361F6D65ECB}" dt="2022-04-05T13:20:34.027" v="753" actId="14100"/>
          <ac:picMkLst>
            <pc:docMk/>
            <pc:sldMk cId="2982191687" sldId="269"/>
            <ac:picMk id="7" creationId="{3C336033-A3DE-42C9-89F3-1FCB166AFBDD}"/>
          </ac:picMkLst>
        </pc:picChg>
      </pc:sldChg>
      <pc:sldChg chg="addSp delSp modSp add mod modTransition modAnim">
        <pc:chgData name="Axel CHASSELOUP" userId="f97bb917-a1c2-4b2c-9fa0-2fc9c743d75d" providerId="ADAL" clId="{ABEC8942-1D28-4A94-8AAF-6361F6D65ECB}" dt="2022-04-06T08:20:18.485" v="1086"/>
        <pc:sldMkLst>
          <pc:docMk/>
          <pc:sldMk cId="1829577137" sldId="270"/>
        </pc:sldMkLst>
        <pc:spChg chg="mod">
          <ac:chgData name="Axel CHASSELOUP" userId="f97bb917-a1c2-4b2c-9fa0-2fc9c743d75d" providerId="ADAL" clId="{ABEC8942-1D28-4A94-8AAF-6361F6D65ECB}" dt="2022-04-05T13:22:11.450" v="781" actId="20577"/>
          <ac:spMkLst>
            <pc:docMk/>
            <pc:sldMk cId="1829577137" sldId="270"/>
            <ac:spMk id="2" creationId="{8CFEE34D-D471-43DB-A953-D882F93336A4}"/>
          </ac:spMkLst>
        </pc:spChg>
        <pc:spChg chg="del">
          <ac:chgData name="Axel CHASSELOUP" userId="f97bb917-a1c2-4b2c-9fa0-2fc9c743d75d" providerId="ADAL" clId="{ABEC8942-1D28-4A94-8AAF-6361F6D65ECB}" dt="2022-04-06T07:46:32.413" v="1000"/>
          <ac:spMkLst>
            <pc:docMk/>
            <pc:sldMk cId="1829577137" sldId="270"/>
            <ac:spMk id="3" creationId="{046232E9-F7AA-4B19-BCC8-AEA06C8D52A9}"/>
          </ac:spMkLst>
        </pc:spChg>
        <pc:picChg chg="del">
          <ac:chgData name="Axel CHASSELOUP" userId="f97bb917-a1c2-4b2c-9fa0-2fc9c743d75d" providerId="ADAL" clId="{ABEC8942-1D28-4A94-8AAF-6361F6D65ECB}" dt="2022-04-05T13:21:01.747" v="755" actId="478"/>
          <ac:picMkLst>
            <pc:docMk/>
            <pc:sldMk cId="1829577137" sldId="270"/>
            <ac:picMk id="5" creationId="{6028BAE6-A2FD-40C8-84FD-ABBF72C73492}"/>
          </ac:picMkLst>
        </pc:picChg>
        <pc:picChg chg="del">
          <ac:chgData name="Axel CHASSELOUP" userId="f97bb917-a1c2-4b2c-9fa0-2fc9c743d75d" providerId="ADAL" clId="{ABEC8942-1D28-4A94-8AAF-6361F6D65ECB}" dt="2022-04-05T13:21:02.648" v="756" actId="478"/>
          <ac:picMkLst>
            <pc:docMk/>
            <pc:sldMk cId="1829577137" sldId="270"/>
            <ac:picMk id="7" creationId="{DFABE703-7E8E-4860-8575-ABE4485179D8}"/>
          </ac:picMkLst>
        </pc:picChg>
        <pc:picChg chg="add mod">
          <ac:chgData name="Axel CHASSELOUP" userId="f97bb917-a1c2-4b2c-9fa0-2fc9c743d75d" providerId="ADAL" clId="{ABEC8942-1D28-4A94-8AAF-6361F6D65ECB}" dt="2022-04-05T13:21:09.760" v="759" actId="1076"/>
          <ac:picMkLst>
            <pc:docMk/>
            <pc:sldMk cId="1829577137" sldId="270"/>
            <ac:picMk id="8" creationId="{0F9AD6EC-21E9-458D-B393-159622CDED21}"/>
          </ac:picMkLst>
        </pc:picChg>
        <pc:picChg chg="add mod modCrop">
          <ac:chgData name="Axel CHASSELOUP" userId="f97bb917-a1c2-4b2c-9fa0-2fc9c743d75d" providerId="ADAL" clId="{ABEC8942-1D28-4A94-8AAF-6361F6D65ECB}" dt="2022-04-05T13:21:46.144" v="769" actId="732"/>
          <ac:picMkLst>
            <pc:docMk/>
            <pc:sldMk cId="1829577137" sldId="270"/>
            <ac:picMk id="9" creationId="{DF4D9CC7-D035-474E-9F11-D5274B665B45}"/>
          </ac:picMkLst>
        </pc:picChg>
      </pc:sldChg>
      <pc:sldChg chg="addSp delSp modSp add mod modTransition modAnim">
        <pc:chgData name="Axel CHASSELOUP" userId="f97bb917-a1c2-4b2c-9fa0-2fc9c743d75d" providerId="ADAL" clId="{ABEC8942-1D28-4A94-8AAF-6361F6D65ECB}" dt="2022-04-06T08:20:37.062" v="1092"/>
        <pc:sldMkLst>
          <pc:docMk/>
          <pc:sldMk cId="3647752847" sldId="271"/>
        </pc:sldMkLst>
        <pc:spChg chg="mod">
          <ac:chgData name="Axel CHASSELOUP" userId="f97bb917-a1c2-4b2c-9fa0-2fc9c743d75d" providerId="ADAL" clId="{ABEC8942-1D28-4A94-8AAF-6361F6D65ECB}" dt="2022-04-05T13:50:10.228" v="796" actId="20577"/>
          <ac:spMkLst>
            <pc:docMk/>
            <pc:sldMk cId="3647752847" sldId="271"/>
            <ac:spMk id="2" creationId="{8CFEE34D-D471-43DB-A953-D882F93336A4}"/>
          </ac:spMkLst>
        </pc:spChg>
        <pc:spChg chg="del">
          <ac:chgData name="Axel CHASSELOUP" userId="f97bb917-a1c2-4b2c-9fa0-2fc9c743d75d" providerId="ADAL" clId="{ABEC8942-1D28-4A94-8AAF-6361F6D65ECB}" dt="2022-04-06T07:46:32.413" v="1000"/>
          <ac:spMkLst>
            <pc:docMk/>
            <pc:sldMk cId="3647752847" sldId="271"/>
            <ac:spMk id="7" creationId="{3F0D3D57-E7C9-4CDF-8025-1A030B3FD7F5}"/>
          </ac:spMkLst>
        </pc:spChg>
        <pc:picChg chg="add mod">
          <ac:chgData name="Axel CHASSELOUP" userId="f97bb917-a1c2-4b2c-9fa0-2fc9c743d75d" providerId="ADAL" clId="{ABEC8942-1D28-4A94-8AAF-6361F6D65ECB}" dt="2022-04-05T14:38:29.765" v="818" actId="1076"/>
          <ac:picMkLst>
            <pc:docMk/>
            <pc:sldMk cId="3647752847" sldId="271"/>
            <ac:picMk id="4" creationId="{175D04E2-2655-4AA2-B6F8-DB73696BB4CB}"/>
          </ac:picMkLst>
        </pc:picChg>
        <pc:picChg chg="add mod modCrop">
          <ac:chgData name="Axel CHASSELOUP" userId="f97bb917-a1c2-4b2c-9fa0-2fc9c743d75d" providerId="ADAL" clId="{ABEC8942-1D28-4A94-8AAF-6361F6D65ECB}" dt="2022-04-05T14:40:31.249" v="829" actId="1076"/>
          <ac:picMkLst>
            <pc:docMk/>
            <pc:sldMk cId="3647752847" sldId="271"/>
            <ac:picMk id="6" creationId="{31BDB909-91F9-4812-B597-69AF57C97151}"/>
          </ac:picMkLst>
        </pc:picChg>
        <pc:picChg chg="del">
          <ac:chgData name="Axel CHASSELOUP" userId="f97bb917-a1c2-4b2c-9fa0-2fc9c743d75d" providerId="ADAL" clId="{ABEC8942-1D28-4A94-8AAF-6361F6D65ECB}" dt="2022-04-05T13:22:21.554" v="783" actId="478"/>
          <ac:picMkLst>
            <pc:docMk/>
            <pc:sldMk cId="3647752847" sldId="271"/>
            <ac:picMk id="8" creationId="{0F9AD6EC-21E9-458D-B393-159622CDED21}"/>
          </ac:picMkLst>
        </pc:picChg>
        <pc:picChg chg="del">
          <ac:chgData name="Axel CHASSELOUP" userId="f97bb917-a1c2-4b2c-9fa0-2fc9c743d75d" providerId="ADAL" clId="{ABEC8942-1D28-4A94-8AAF-6361F6D65ECB}" dt="2022-04-05T13:22:22.071" v="784" actId="478"/>
          <ac:picMkLst>
            <pc:docMk/>
            <pc:sldMk cId="3647752847" sldId="271"/>
            <ac:picMk id="9" creationId="{DF4D9CC7-D035-474E-9F11-D5274B665B45}"/>
          </ac:picMkLst>
        </pc:picChg>
      </pc:sldChg>
      <pc:sldChg chg="addSp delSp modSp add mod modTransition modAnim">
        <pc:chgData name="Axel CHASSELOUP" userId="f97bb917-a1c2-4b2c-9fa0-2fc9c743d75d" providerId="ADAL" clId="{ABEC8942-1D28-4A94-8AAF-6361F6D65ECB}" dt="2022-04-06T08:20:54.441" v="1096"/>
        <pc:sldMkLst>
          <pc:docMk/>
          <pc:sldMk cId="870411237" sldId="272"/>
        </pc:sldMkLst>
        <pc:spChg chg="mod">
          <ac:chgData name="Axel CHASSELOUP" userId="f97bb917-a1c2-4b2c-9fa0-2fc9c743d75d" providerId="ADAL" clId="{ABEC8942-1D28-4A94-8AAF-6361F6D65ECB}" dt="2022-04-05T13:51:31.740" v="811" actId="20577"/>
          <ac:spMkLst>
            <pc:docMk/>
            <pc:sldMk cId="870411237" sldId="272"/>
            <ac:spMk id="2" creationId="{8CFEE34D-D471-43DB-A953-D882F93336A4}"/>
          </ac:spMkLst>
        </pc:spChg>
        <pc:spChg chg="del">
          <ac:chgData name="Axel CHASSELOUP" userId="f97bb917-a1c2-4b2c-9fa0-2fc9c743d75d" providerId="ADAL" clId="{ABEC8942-1D28-4A94-8AAF-6361F6D65ECB}" dt="2022-04-06T07:46:32.413" v="1000"/>
          <ac:spMkLst>
            <pc:docMk/>
            <pc:sldMk cId="870411237" sldId="272"/>
            <ac:spMk id="6" creationId="{40FFBBCB-9F0B-44FD-92A8-7DDDDF218BDD}"/>
          </ac:spMkLst>
        </pc:spChg>
        <pc:picChg chg="del">
          <ac:chgData name="Axel CHASSELOUP" userId="f97bb917-a1c2-4b2c-9fa0-2fc9c743d75d" providerId="ADAL" clId="{ABEC8942-1D28-4A94-8AAF-6361F6D65ECB}" dt="2022-04-05T13:51:35.416" v="812" actId="478"/>
          <ac:picMkLst>
            <pc:docMk/>
            <pc:sldMk cId="870411237" sldId="272"/>
            <ac:picMk id="4" creationId="{175D04E2-2655-4AA2-B6F8-DB73696BB4CB}"/>
          </ac:picMkLst>
        </pc:picChg>
        <pc:picChg chg="add mod">
          <ac:chgData name="Axel CHASSELOUP" userId="f97bb917-a1c2-4b2c-9fa0-2fc9c743d75d" providerId="ADAL" clId="{ABEC8942-1D28-4A94-8AAF-6361F6D65ECB}" dt="2022-04-05T14:38:23.524" v="817" actId="14100"/>
          <ac:picMkLst>
            <pc:docMk/>
            <pc:sldMk cId="870411237" sldId="272"/>
            <ac:picMk id="5" creationId="{DE48A93C-8D27-44A1-985E-686A09630FE7}"/>
          </ac:picMkLst>
        </pc:picChg>
      </pc:sldChg>
      <pc:sldChg chg="addSp delSp modSp new mod modTransition setBg modAnim setClrOvrMap addCm delCm modNotesTx">
        <pc:chgData name="Axel CHASSELOUP" userId="f97bb917-a1c2-4b2c-9fa0-2fc9c743d75d" providerId="ADAL" clId="{ABEC8942-1D28-4A94-8AAF-6361F6D65ECB}" dt="2022-04-06T08:41:30.411" v="1587" actId="20577"/>
        <pc:sldMkLst>
          <pc:docMk/>
          <pc:sldMk cId="3704802827" sldId="273"/>
        </pc:sldMkLst>
        <pc:spChg chg="mod">
          <ac:chgData name="Axel CHASSELOUP" userId="f97bb917-a1c2-4b2c-9fa0-2fc9c743d75d" providerId="ADAL" clId="{ABEC8942-1D28-4A94-8AAF-6361F6D65ECB}" dt="2022-04-06T08:22:47.477" v="1112" actId="26606"/>
          <ac:spMkLst>
            <pc:docMk/>
            <pc:sldMk cId="3704802827" sldId="273"/>
            <ac:spMk id="2" creationId="{A6C5C9C8-8320-4217-B6C2-D9EF01ADADAF}"/>
          </ac:spMkLst>
        </pc:spChg>
        <pc:spChg chg="del">
          <ac:chgData name="Axel CHASSELOUP" userId="f97bb917-a1c2-4b2c-9fa0-2fc9c743d75d" providerId="ADAL" clId="{ABEC8942-1D28-4A94-8AAF-6361F6D65ECB}" dt="2022-04-06T07:40:08.705" v="982" actId="478"/>
          <ac:spMkLst>
            <pc:docMk/>
            <pc:sldMk cId="3704802827" sldId="273"/>
            <ac:spMk id="3" creationId="{A30C8536-2023-4661-B7B9-3B31078D2289}"/>
          </ac:spMkLst>
        </pc:spChg>
        <pc:spChg chg="del">
          <ac:chgData name="Axel CHASSELOUP" userId="f97bb917-a1c2-4b2c-9fa0-2fc9c743d75d" providerId="ADAL" clId="{ABEC8942-1D28-4A94-8AAF-6361F6D65ECB}" dt="2022-04-06T07:46:32.413" v="1000"/>
          <ac:spMkLst>
            <pc:docMk/>
            <pc:sldMk cId="3704802827" sldId="273"/>
            <ac:spMk id="5" creationId="{78F4F5B2-A3B1-4B66-B9BD-3A2703773C94}"/>
          </ac:spMkLst>
        </pc:spChg>
        <pc:spChg chg="add del">
          <ac:chgData name="Axel CHASSELOUP" userId="f97bb917-a1c2-4b2c-9fa0-2fc9c743d75d" providerId="ADAL" clId="{ABEC8942-1D28-4A94-8AAF-6361F6D65ECB}" dt="2022-04-06T07:40:27.121" v="986" actId="22"/>
          <ac:spMkLst>
            <pc:docMk/>
            <pc:sldMk cId="3704802827" sldId="273"/>
            <ac:spMk id="6" creationId="{011EF730-5154-4F9E-80A6-953A67F33308}"/>
          </ac:spMkLst>
        </pc:spChg>
        <pc:spChg chg="add">
          <ac:chgData name="Axel CHASSELOUP" userId="f97bb917-a1c2-4b2c-9fa0-2fc9c743d75d" providerId="ADAL" clId="{ABEC8942-1D28-4A94-8AAF-6361F6D65ECB}" dt="2022-04-06T08:22:47.477" v="1112" actId="26606"/>
          <ac:spMkLst>
            <pc:docMk/>
            <pc:sldMk cId="3704802827" sldId="273"/>
            <ac:spMk id="79" creationId="{26882C51-76F9-4F99-997D-31FA6242A805}"/>
          </ac:spMkLst>
        </pc:spChg>
        <pc:spChg chg="add">
          <ac:chgData name="Axel CHASSELOUP" userId="f97bb917-a1c2-4b2c-9fa0-2fc9c743d75d" providerId="ADAL" clId="{ABEC8942-1D28-4A94-8AAF-6361F6D65ECB}" dt="2022-04-06T08:22:47.477" v="1112" actId="26606"/>
          <ac:spMkLst>
            <pc:docMk/>
            <pc:sldMk cId="3704802827" sldId="273"/>
            <ac:spMk id="81" creationId="{61FFFC16-86E2-4B9A-BC6D-213DC2654765}"/>
          </ac:spMkLst>
        </pc:spChg>
        <pc:spChg chg="add">
          <ac:chgData name="Axel CHASSELOUP" userId="f97bb917-a1c2-4b2c-9fa0-2fc9c743d75d" providerId="ADAL" clId="{ABEC8942-1D28-4A94-8AAF-6361F6D65ECB}" dt="2022-04-06T08:22:47.477" v="1112" actId="26606"/>
          <ac:spMkLst>
            <pc:docMk/>
            <pc:sldMk cId="3704802827" sldId="273"/>
            <ac:spMk id="83" creationId="{D8350E6D-CBC9-4A26-B84F-7145FDC9F5FB}"/>
          </ac:spMkLst>
        </pc:spChg>
        <pc:spChg chg="add">
          <ac:chgData name="Axel CHASSELOUP" userId="f97bb917-a1c2-4b2c-9fa0-2fc9c743d75d" providerId="ADAL" clId="{ABEC8942-1D28-4A94-8AAF-6361F6D65ECB}" dt="2022-04-06T08:22:47.477" v="1112" actId="26606"/>
          <ac:spMkLst>
            <pc:docMk/>
            <pc:sldMk cId="3704802827" sldId="273"/>
            <ac:spMk id="85" creationId="{DD3524E0-C87C-4F38-9FC7-E969C15A7906}"/>
          </ac:spMkLst>
        </pc:spChg>
        <pc:spChg chg="add">
          <ac:chgData name="Axel CHASSELOUP" userId="f97bb917-a1c2-4b2c-9fa0-2fc9c743d75d" providerId="ADAL" clId="{ABEC8942-1D28-4A94-8AAF-6361F6D65ECB}" dt="2022-04-06T08:22:47.477" v="1112" actId="26606"/>
          <ac:spMkLst>
            <pc:docMk/>
            <pc:sldMk cId="3704802827" sldId="273"/>
            <ac:spMk id="87" creationId="{F1ED1DF4-DDDE-4464-8ABC-ED1F633CCEC1}"/>
          </ac:spMkLst>
        </pc:spChg>
        <pc:spChg chg="add">
          <ac:chgData name="Axel CHASSELOUP" userId="f97bb917-a1c2-4b2c-9fa0-2fc9c743d75d" providerId="ADAL" clId="{ABEC8942-1D28-4A94-8AAF-6361F6D65ECB}" dt="2022-04-06T08:22:47.477" v="1112" actId="26606"/>
          <ac:spMkLst>
            <pc:docMk/>
            <pc:sldMk cId="3704802827" sldId="273"/>
            <ac:spMk id="89" creationId="{5CB4E315-91F2-4710-B866-B119037ED97C}"/>
          </ac:spMkLst>
        </pc:spChg>
        <pc:spChg chg="add">
          <ac:chgData name="Axel CHASSELOUP" userId="f97bb917-a1c2-4b2c-9fa0-2fc9c743d75d" providerId="ADAL" clId="{ABEC8942-1D28-4A94-8AAF-6361F6D65ECB}" dt="2022-04-06T08:22:47.477" v="1112" actId="26606"/>
          <ac:spMkLst>
            <pc:docMk/>
            <pc:sldMk cId="3704802827" sldId="273"/>
            <ac:spMk id="91" creationId="{DCBE1B01-A27C-45C2-ADA4-AA13C3AC1F6A}"/>
          </ac:spMkLst>
        </pc:spChg>
        <pc:spChg chg="add">
          <ac:chgData name="Axel CHASSELOUP" userId="f97bb917-a1c2-4b2c-9fa0-2fc9c743d75d" providerId="ADAL" clId="{ABEC8942-1D28-4A94-8AAF-6361F6D65ECB}" dt="2022-04-06T08:22:47.477" v="1112" actId="26606"/>
          <ac:spMkLst>
            <pc:docMk/>
            <pc:sldMk cId="3704802827" sldId="273"/>
            <ac:spMk id="93" creationId="{F6FE5468-759E-4E83-828A-5587C7F58873}"/>
          </ac:spMkLst>
        </pc:spChg>
        <pc:spChg chg="add">
          <ac:chgData name="Axel CHASSELOUP" userId="f97bb917-a1c2-4b2c-9fa0-2fc9c743d75d" providerId="ADAL" clId="{ABEC8942-1D28-4A94-8AAF-6361F6D65ECB}" dt="2022-04-06T08:22:47.477" v="1112" actId="26606"/>
          <ac:spMkLst>
            <pc:docMk/>
            <pc:sldMk cId="3704802827" sldId="273"/>
            <ac:spMk id="95" creationId="{569BABC0-B0CC-4E7B-838A-F6E644779E18}"/>
          </ac:spMkLst>
        </pc:spChg>
        <pc:spChg chg="add">
          <ac:chgData name="Axel CHASSELOUP" userId="f97bb917-a1c2-4b2c-9fa0-2fc9c743d75d" providerId="ADAL" clId="{ABEC8942-1D28-4A94-8AAF-6361F6D65ECB}" dt="2022-04-06T08:22:47.477" v="1112" actId="26606"/>
          <ac:spMkLst>
            <pc:docMk/>
            <pc:sldMk cId="3704802827" sldId="273"/>
            <ac:spMk id="97" creationId="{BE7E1DAA-43FB-4446-A354-9283DE6686C8}"/>
          </ac:spMkLst>
        </pc:spChg>
        <pc:spChg chg="add">
          <ac:chgData name="Axel CHASSELOUP" userId="f97bb917-a1c2-4b2c-9fa0-2fc9c743d75d" providerId="ADAL" clId="{ABEC8942-1D28-4A94-8AAF-6361F6D65ECB}" dt="2022-04-06T08:22:47.477" v="1112" actId="26606"/>
          <ac:spMkLst>
            <pc:docMk/>
            <pc:sldMk cId="3704802827" sldId="273"/>
            <ac:spMk id="99" creationId="{99FE99BC-5F7D-47C3-AA1E-16D7DBDBD18F}"/>
          </ac:spMkLst>
        </pc:spChg>
        <pc:spChg chg="add">
          <ac:chgData name="Axel CHASSELOUP" userId="f97bb917-a1c2-4b2c-9fa0-2fc9c743d75d" providerId="ADAL" clId="{ABEC8942-1D28-4A94-8AAF-6361F6D65ECB}" dt="2022-04-06T08:22:47.477" v="1112" actId="26606"/>
          <ac:spMkLst>
            <pc:docMk/>
            <pc:sldMk cId="3704802827" sldId="273"/>
            <ac:spMk id="101" creationId="{27400BAF-FCE6-4296-8A0E-9B595ADC09A4}"/>
          </ac:spMkLst>
        </pc:spChg>
        <pc:spChg chg="add">
          <ac:chgData name="Axel CHASSELOUP" userId="f97bb917-a1c2-4b2c-9fa0-2fc9c743d75d" providerId="ADAL" clId="{ABEC8942-1D28-4A94-8AAF-6361F6D65ECB}" dt="2022-04-06T08:22:47.477" v="1112" actId="26606"/>
          <ac:spMkLst>
            <pc:docMk/>
            <pc:sldMk cId="3704802827" sldId="273"/>
            <ac:spMk id="103" creationId="{F2FC5C7B-261A-4268-BA85-C29488A8BED3}"/>
          </ac:spMkLst>
        </pc:spChg>
        <pc:picChg chg="add mod ord">
          <ac:chgData name="Axel CHASSELOUP" userId="f97bb917-a1c2-4b2c-9fa0-2fc9c743d75d" providerId="ADAL" clId="{ABEC8942-1D28-4A94-8AAF-6361F6D65ECB}" dt="2022-04-06T08:22:47.477" v="1112" actId="26606"/>
          <ac:picMkLst>
            <pc:docMk/>
            <pc:sldMk cId="3704802827" sldId="273"/>
            <ac:picMk id="4098" creationId="{0E7A84B3-BCE1-434E-A208-0DE83B231919}"/>
          </ac:picMkLst>
        </pc:picChg>
        <pc:picChg chg="add mod">
          <ac:chgData name="Axel CHASSELOUP" userId="f97bb917-a1c2-4b2c-9fa0-2fc9c743d75d" providerId="ADAL" clId="{ABEC8942-1D28-4A94-8AAF-6361F6D65ECB}" dt="2022-04-06T08:22:47.477" v="1112" actId="26606"/>
          <ac:picMkLst>
            <pc:docMk/>
            <pc:sldMk cId="3704802827" sldId="273"/>
            <ac:picMk id="4100" creationId="{720B8EB7-FC2F-4110-8C1B-A459C97D0B67}"/>
          </ac:picMkLst>
        </pc:picChg>
        <pc:picChg chg="add mod">
          <ac:chgData name="Axel CHASSELOUP" userId="f97bb917-a1c2-4b2c-9fa0-2fc9c743d75d" providerId="ADAL" clId="{ABEC8942-1D28-4A94-8AAF-6361F6D65ECB}" dt="2022-04-06T08:22:47.477" v="1112" actId="26606"/>
          <ac:picMkLst>
            <pc:docMk/>
            <pc:sldMk cId="3704802827" sldId="273"/>
            <ac:picMk id="4102" creationId="{C3481E74-729F-49E5-A02D-91ACF5C9A380}"/>
          </ac:picMkLst>
        </pc:picChg>
        <pc:picChg chg="add mod">
          <ac:chgData name="Axel CHASSELOUP" userId="f97bb917-a1c2-4b2c-9fa0-2fc9c743d75d" providerId="ADAL" clId="{ABEC8942-1D28-4A94-8AAF-6361F6D65ECB}" dt="2022-04-06T08:22:47.477" v="1112" actId="26606"/>
          <ac:picMkLst>
            <pc:docMk/>
            <pc:sldMk cId="3704802827" sldId="273"/>
            <ac:picMk id="4104" creationId="{17431C01-3522-4A60-9BDC-638499E5D42C}"/>
          </ac:picMkLst>
        </pc:picChg>
        <pc:picChg chg="add mod ord">
          <ac:chgData name="Axel CHASSELOUP" userId="f97bb917-a1c2-4b2c-9fa0-2fc9c743d75d" providerId="ADAL" clId="{ABEC8942-1D28-4A94-8AAF-6361F6D65ECB}" dt="2022-04-06T08:22:47.477" v="1112" actId="26606"/>
          <ac:picMkLst>
            <pc:docMk/>
            <pc:sldMk cId="3704802827" sldId="273"/>
            <ac:picMk id="4106" creationId="{6F368212-B4F2-4E49-A36A-A36743BE9295}"/>
          </ac:picMkLst>
        </pc:picChg>
      </pc:sldChg>
      <pc:sldChg chg="addSp delSp modSp add mod modTransition modAnim">
        <pc:chgData name="Axel CHASSELOUP" userId="f97bb917-a1c2-4b2c-9fa0-2fc9c743d75d" providerId="ADAL" clId="{ABEC8942-1D28-4A94-8AAF-6361F6D65ECB}" dt="2022-04-06T08:21:03.860" v="1100"/>
        <pc:sldMkLst>
          <pc:docMk/>
          <pc:sldMk cId="1407730692" sldId="274"/>
        </pc:sldMkLst>
        <pc:spChg chg="mod">
          <ac:chgData name="Axel CHASSELOUP" userId="f97bb917-a1c2-4b2c-9fa0-2fc9c743d75d" providerId="ADAL" clId="{ABEC8942-1D28-4A94-8AAF-6361F6D65ECB}" dt="2022-04-05T14:45:49.187" v="924" actId="120"/>
          <ac:spMkLst>
            <pc:docMk/>
            <pc:sldMk cId="1407730692" sldId="274"/>
            <ac:spMk id="2" creationId="{8CFEE34D-D471-43DB-A953-D882F93336A4}"/>
          </ac:spMkLst>
        </pc:spChg>
        <pc:spChg chg="del">
          <ac:chgData name="Axel CHASSELOUP" userId="f97bb917-a1c2-4b2c-9fa0-2fc9c743d75d" providerId="ADAL" clId="{ABEC8942-1D28-4A94-8AAF-6361F6D65ECB}" dt="2022-04-06T07:46:32.413" v="1000"/>
          <ac:spMkLst>
            <pc:docMk/>
            <pc:sldMk cId="1407730692" sldId="274"/>
            <ac:spMk id="6" creationId="{EAE85F23-F43B-42EF-834A-CA6E5722E153}"/>
          </ac:spMkLst>
        </pc:spChg>
        <pc:picChg chg="add mod">
          <ac:chgData name="Axel CHASSELOUP" userId="f97bb917-a1c2-4b2c-9fa0-2fc9c743d75d" providerId="ADAL" clId="{ABEC8942-1D28-4A94-8AAF-6361F6D65ECB}" dt="2022-04-05T14:46:14.890" v="928" actId="1076"/>
          <ac:picMkLst>
            <pc:docMk/>
            <pc:sldMk cId="1407730692" sldId="274"/>
            <ac:picMk id="4" creationId="{4D2A2CD3-2023-485D-A02D-966D2B5C4FC2}"/>
          </ac:picMkLst>
        </pc:picChg>
        <pc:picChg chg="del">
          <ac:chgData name="Axel CHASSELOUP" userId="f97bb917-a1c2-4b2c-9fa0-2fc9c743d75d" providerId="ADAL" clId="{ABEC8942-1D28-4A94-8AAF-6361F6D65ECB}" dt="2022-04-05T14:45:54.089" v="925" actId="478"/>
          <ac:picMkLst>
            <pc:docMk/>
            <pc:sldMk cId="1407730692" sldId="274"/>
            <ac:picMk id="5" creationId="{DE48A93C-8D27-44A1-985E-686A09630FE7}"/>
          </ac:picMkLst>
        </pc:picChg>
      </pc:sldChg>
      <pc:sldChg chg="addSp delSp modSp new del mod modClrScheme chgLayout">
        <pc:chgData name="Axel CHASSELOUP" userId="f97bb917-a1c2-4b2c-9fa0-2fc9c743d75d" providerId="ADAL" clId="{ABEC8942-1D28-4A94-8AAF-6361F6D65ECB}" dt="2022-04-06T08:35:39.832" v="1564" actId="47"/>
        <pc:sldMkLst>
          <pc:docMk/>
          <pc:sldMk cId="1584378498" sldId="275"/>
        </pc:sldMkLst>
        <pc:spChg chg="mod ord">
          <ac:chgData name="Axel CHASSELOUP" userId="f97bb917-a1c2-4b2c-9fa0-2fc9c743d75d" providerId="ADAL" clId="{ABEC8942-1D28-4A94-8AAF-6361F6D65ECB}" dt="2022-04-06T08:29:13.088" v="1162" actId="700"/>
          <ac:spMkLst>
            <pc:docMk/>
            <pc:sldMk cId="1584378498" sldId="275"/>
            <ac:spMk id="2" creationId="{FB764066-7732-429B-8CDE-B905C5CF012C}"/>
          </ac:spMkLst>
        </pc:spChg>
        <pc:spChg chg="add del mod">
          <ac:chgData name="Axel CHASSELOUP" userId="f97bb917-a1c2-4b2c-9fa0-2fc9c743d75d" providerId="ADAL" clId="{ABEC8942-1D28-4A94-8AAF-6361F6D65ECB}" dt="2022-04-06T08:28:11.835" v="1140" actId="931"/>
          <ac:spMkLst>
            <pc:docMk/>
            <pc:sldMk cId="1584378498" sldId="275"/>
            <ac:spMk id="3" creationId="{F5A84593-D9FB-4D1C-8EC2-8E485EFBCD78}"/>
          </ac:spMkLst>
        </pc:spChg>
        <pc:spChg chg="add del mod ord">
          <ac:chgData name="Axel CHASSELOUP" userId="f97bb917-a1c2-4b2c-9fa0-2fc9c743d75d" providerId="ADAL" clId="{ABEC8942-1D28-4A94-8AAF-6361F6D65ECB}" dt="2022-04-06T08:29:10.591" v="1161" actId="478"/>
          <ac:spMkLst>
            <pc:docMk/>
            <pc:sldMk cId="1584378498" sldId="275"/>
            <ac:spMk id="8" creationId="{D4DB06D3-97F2-460A-A9DF-F18135D72CC3}"/>
          </ac:spMkLst>
        </pc:spChg>
        <pc:spChg chg="add del mod">
          <ac:chgData name="Axel CHASSELOUP" userId="f97bb917-a1c2-4b2c-9fa0-2fc9c743d75d" providerId="ADAL" clId="{ABEC8942-1D28-4A94-8AAF-6361F6D65ECB}" dt="2022-04-06T08:33:30.895" v="1535" actId="21"/>
          <ac:spMkLst>
            <pc:docMk/>
            <pc:sldMk cId="1584378498" sldId="275"/>
            <ac:spMk id="12" creationId="{10F93312-312A-449D-AD50-33CF7F4C4DC7}"/>
          </ac:spMkLst>
        </pc:spChg>
        <pc:spChg chg="add del mod">
          <ac:chgData name="Axel CHASSELOUP" userId="f97bb917-a1c2-4b2c-9fa0-2fc9c743d75d" providerId="ADAL" clId="{ABEC8942-1D28-4A94-8AAF-6361F6D65ECB}" dt="2022-04-06T08:33:30.895" v="1535" actId="21"/>
          <ac:spMkLst>
            <pc:docMk/>
            <pc:sldMk cId="1584378498" sldId="275"/>
            <ac:spMk id="13" creationId="{60CFA7D8-87C3-49FA-840A-48A2A30E295B}"/>
          </ac:spMkLst>
        </pc:spChg>
        <pc:spChg chg="add del mod">
          <ac:chgData name="Axel CHASSELOUP" userId="f97bb917-a1c2-4b2c-9fa0-2fc9c743d75d" providerId="ADAL" clId="{ABEC8942-1D28-4A94-8AAF-6361F6D65ECB}" dt="2022-04-06T08:33:30.895" v="1535" actId="21"/>
          <ac:spMkLst>
            <pc:docMk/>
            <pc:sldMk cId="1584378498" sldId="275"/>
            <ac:spMk id="14" creationId="{6F31A2DF-74DC-49D0-A143-7A963F882554}"/>
          </ac:spMkLst>
        </pc:spChg>
        <pc:spChg chg="add del mod">
          <ac:chgData name="Axel CHASSELOUP" userId="f97bb917-a1c2-4b2c-9fa0-2fc9c743d75d" providerId="ADAL" clId="{ABEC8942-1D28-4A94-8AAF-6361F6D65ECB}" dt="2022-04-06T08:33:30.895" v="1535" actId="21"/>
          <ac:spMkLst>
            <pc:docMk/>
            <pc:sldMk cId="1584378498" sldId="275"/>
            <ac:spMk id="15" creationId="{C072EDC5-1363-452D-A607-A2D86DBC6CC5}"/>
          </ac:spMkLst>
        </pc:spChg>
        <pc:spChg chg="add mod">
          <ac:chgData name="Axel CHASSELOUP" userId="f97bb917-a1c2-4b2c-9fa0-2fc9c743d75d" providerId="ADAL" clId="{ABEC8942-1D28-4A94-8AAF-6361F6D65ECB}" dt="2022-04-06T08:33:30.895" v="1535" actId="21"/>
          <ac:spMkLst>
            <pc:docMk/>
            <pc:sldMk cId="1584378498" sldId="275"/>
            <ac:spMk id="17" creationId="{A749BAFA-1A0D-4AD8-A187-7CC352D85893}"/>
          </ac:spMkLst>
        </pc:spChg>
        <pc:picChg chg="add del mod">
          <ac:chgData name="Axel CHASSELOUP" userId="f97bb917-a1c2-4b2c-9fa0-2fc9c743d75d" providerId="ADAL" clId="{ABEC8942-1D28-4A94-8AAF-6361F6D65ECB}" dt="2022-04-06T08:28:04.367" v="1139" actId="931"/>
          <ac:picMkLst>
            <pc:docMk/>
            <pc:sldMk cId="1584378498" sldId="275"/>
            <ac:picMk id="5" creationId="{E0E52469-D29D-452C-ADBA-BBDE0D9A0CDB}"/>
          </ac:picMkLst>
        </pc:picChg>
        <pc:picChg chg="add del mod ord">
          <ac:chgData name="Axel CHASSELOUP" userId="f97bb917-a1c2-4b2c-9fa0-2fc9c743d75d" providerId="ADAL" clId="{ABEC8942-1D28-4A94-8AAF-6361F6D65ECB}" dt="2022-04-06T08:33:30.895" v="1535" actId="21"/>
          <ac:picMkLst>
            <pc:docMk/>
            <pc:sldMk cId="1584378498" sldId="275"/>
            <ac:picMk id="7" creationId="{BE761B59-0A10-462F-AEC0-22425F340A78}"/>
          </ac:picMkLst>
        </pc:picChg>
        <pc:picChg chg="add del mod">
          <ac:chgData name="Axel CHASSELOUP" userId="f97bb917-a1c2-4b2c-9fa0-2fc9c743d75d" providerId="ADAL" clId="{ABEC8942-1D28-4A94-8AAF-6361F6D65ECB}" dt="2022-04-06T08:33:30.895" v="1535" actId="21"/>
          <ac:picMkLst>
            <pc:docMk/>
            <pc:sldMk cId="1584378498" sldId="275"/>
            <ac:picMk id="9" creationId="{C3353E0D-CA88-4B8E-9269-1B0F8367C91D}"/>
          </ac:picMkLst>
        </pc:picChg>
        <pc:picChg chg="add del mod">
          <ac:chgData name="Axel CHASSELOUP" userId="f97bb917-a1c2-4b2c-9fa0-2fc9c743d75d" providerId="ADAL" clId="{ABEC8942-1D28-4A94-8AAF-6361F6D65ECB}" dt="2022-04-06T08:33:30.895" v="1535" actId="21"/>
          <ac:picMkLst>
            <pc:docMk/>
            <pc:sldMk cId="1584378498" sldId="275"/>
            <ac:picMk id="10" creationId="{210307FA-7834-4438-8E81-49822A779AB3}"/>
          </ac:picMkLst>
        </pc:picChg>
        <pc:picChg chg="add del mod">
          <ac:chgData name="Axel CHASSELOUP" userId="f97bb917-a1c2-4b2c-9fa0-2fc9c743d75d" providerId="ADAL" clId="{ABEC8942-1D28-4A94-8AAF-6361F6D65ECB}" dt="2022-04-06T08:33:30.895" v="1535" actId="21"/>
          <ac:picMkLst>
            <pc:docMk/>
            <pc:sldMk cId="1584378498" sldId="275"/>
            <ac:picMk id="11" creationId="{F865AD02-6003-4142-8509-8E5F07FD8666}"/>
          </ac:picMkLst>
        </pc:picChg>
      </pc:sldChg>
      <pc:sldChg chg="addSp delSp modSp add mod ord delAnim modAnim">
        <pc:chgData name="Axel CHASSELOUP" userId="f97bb917-a1c2-4b2c-9fa0-2fc9c743d75d" providerId="ADAL" clId="{ABEC8942-1D28-4A94-8AAF-6361F6D65ECB}" dt="2022-04-06T08:35:37.105" v="1563"/>
        <pc:sldMkLst>
          <pc:docMk/>
          <pc:sldMk cId="923021782" sldId="276"/>
        </pc:sldMkLst>
        <pc:spChg chg="mod">
          <ac:chgData name="Axel CHASSELOUP" userId="f97bb917-a1c2-4b2c-9fa0-2fc9c743d75d" providerId="ADAL" clId="{ABEC8942-1D28-4A94-8AAF-6361F6D65ECB}" dt="2022-04-06T08:34:20.312" v="1545" actId="465"/>
          <ac:spMkLst>
            <pc:docMk/>
            <pc:sldMk cId="923021782" sldId="276"/>
            <ac:spMk id="2" creationId="{8CFEE34D-D471-43DB-A953-D882F93336A4}"/>
          </ac:spMkLst>
        </pc:spChg>
        <pc:spChg chg="add mod">
          <ac:chgData name="Axel CHASSELOUP" userId="f97bb917-a1c2-4b2c-9fa0-2fc9c743d75d" providerId="ADAL" clId="{ABEC8942-1D28-4A94-8AAF-6361F6D65ECB}" dt="2022-04-06T08:34:44.520" v="1553" actId="408"/>
          <ac:spMkLst>
            <pc:docMk/>
            <pc:sldMk cId="923021782" sldId="276"/>
            <ac:spMk id="10" creationId="{B68B4FDB-A50D-4BFF-8B2C-DE7AF51AE70A}"/>
          </ac:spMkLst>
        </pc:spChg>
        <pc:spChg chg="add mod">
          <ac:chgData name="Axel CHASSELOUP" userId="f97bb917-a1c2-4b2c-9fa0-2fc9c743d75d" providerId="ADAL" clId="{ABEC8942-1D28-4A94-8AAF-6361F6D65ECB}" dt="2022-04-06T08:34:20.312" v="1545" actId="465"/>
          <ac:spMkLst>
            <pc:docMk/>
            <pc:sldMk cId="923021782" sldId="276"/>
            <ac:spMk id="11" creationId="{066E9E83-E848-4418-8166-44E5148CC4E0}"/>
          </ac:spMkLst>
        </pc:spChg>
        <pc:spChg chg="add mod">
          <ac:chgData name="Axel CHASSELOUP" userId="f97bb917-a1c2-4b2c-9fa0-2fc9c743d75d" providerId="ADAL" clId="{ABEC8942-1D28-4A94-8AAF-6361F6D65ECB}" dt="2022-04-06T08:34:53.553" v="1554" actId="1076"/>
          <ac:spMkLst>
            <pc:docMk/>
            <pc:sldMk cId="923021782" sldId="276"/>
            <ac:spMk id="13" creationId="{9E730AC2-8928-447F-8C00-60A170018F12}"/>
          </ac:spMkLst>
        </pc:spChg>
        <pc:spChg chg="add mod">
          <ac:chgData name="Axel CHASSELOUP" userId="f97bb917-a1c2-4b2c-9fa0-2fc9c743d75d" providerId="ADAL" clId="{ABEC8942-1D28-4A94-8AAF-6361F6D65ECB}" dt="2022-04-06T08:34:57.692" v="1555" actId="1076"/>
          <ac:spMkLst>
            <pc:docMk/>
            <pc:sldMk cId="923021782" sldId="276"/>
            <ac:spMk id="15" creationId="{6E018EDF-3949-4ADB-AAAD-A387D11F1508}"/>
          </ac:spMkLst>
        </pc:spChg>
        <pc:picChg chg="del">
          <ac:chgData name="Axel CHASSELOUP" userId="f97bb917-a1c2-4b2c-9fa0-2fc9c743d75d" providerId="ADAL" clId="{ABEC8942-1D28-4A94-8AAF-6361F6D65ECB}" dt="2022-04-06T08:33:25.562" v="1534" actId="478"/>
          <ac:picMkLst>
            <pc:docMk/>
            <pc:sldMk cId="923021782" sldId="276"/>
            <ac:picMk id="4" creationId="{4D2A2CD3-2023-485D-A02D-966D2B5C4FC2}"/>
          </ac:picMkLst>
        </pc:picChg>
        <pc:picChg chg="add mod">
          <ac:chgData name="Axel CHASSELOUP" userId="f97bb917-a1c2-4b2c-9fa0-2fc9c743d75d" providerId="ADAL" clId="{ABEC8942-1D28-4A94-8AAF-6361F6D65ECB}" dt="2022-04-06T08:34:44.520" v="1553" actId="408"/>
          <ac:picMkLst>
            <pc:docMk/>
            <pc:sldMk cId="923021782" sldId="276"/>
            <ac:picMk id="6" creationId="{EE500E67-90B5-4D31-8110-A156F40E9499}"/>
          </ac:picMkLst>
        </pc:picChg>
        <pc:picChg chg="add mod">
          <ac:chgData name="Axel CHASSELOUP" userId="f97bb917-a1c2-4b2c-9fa0-2fc9c743d75d" providerId="ADAL" clId="{ABEC8942-1D28-4A94-8AAF-6361F6D65ECB}" dt="2022-04-06T08:34:20.312" v="1545" actId="465"/>
          <ac:picMkLst>
            <pc:docMk/>
            <pc:sldMk cId="923021782" sldId="276"/>
            <ac:picMk id="7" creationId="{70839241-63EC-4697-9209-979D14EB537A}"/>
          </ac:picMkLst>
        </pc:picChg>
        <pc:picChg chg="add mod">
          <ac:chgData name="Axel CHASSELOUP" userId="f97bb917-a1c2-4b2c-9fa0-2fc9c743d75d" providerId="ADAL" clId="{ABEC8942-1D28-4A94-8AAF-6361F6D65ECB}" dt="2022-04-06T08:34:20.312" v="1545" actId="465"/>
          <ac:picMkLst>
            <pc:docMk/>
            <pc:sldMk cId="923021782" sldId="276"/>
            <ac:picMk id="8" creationId="{899F3050-FDD7-4F41-AFE1-E6F0F976E7CB}"/>
          </ac:picMkLst>
        </pc:picChg>
        <pc:picChg chg="add mod">
          <ac:chgData name="Axel CHASSELOUP" userId="f97bb917-a1c2-4b2c-9fa0-2fc9c743d75d" providerId="ADAL" clId="{ABEC8942-1D28-4A94-8AAF-6361F6D65ECB}" dt="2022-04-06T08:34:32.025" v="1547" actId="12789"/>
          <ac:picMkLst>
            <pc:docMk/>
            <pc:sldMk cId="923021782" sldId="276"/>
            <ac:picMk id="9" creationId="{57E73F47-462F-4BFB-8550-751D61F75102}"/>
          </ac:picMkLst>
        </pc:picChg>
      </pc:sldChg>
      <pc:sldChg chg="new del">
        <pc:chgData name="Axel CHASSELOUP" userId="f97bb917-a1c2-4b2c-9fa0-2fc9c743d75d" providerId="ADAL" clId="{ABEC8942-1D28-4A94-8AAF-6361F6D65ECB}" dt="2022-04-06T08:28:40.602" v="1147" actId="47"/>
        <pc:sldMkLst>
          <pc:docMk/>
          <pc:sldMk cId="2134520697" sldId="276"/>
        </pc:sldMkLst>
      </pc:sldChg>
      <pc:sldMasterChg chg="modTransition modSldLayout">
        <pc:chgData name="Axel CHASSELOUP" userId="f97bb917-a1c2-4b2c-9fa0-2fc9c743d75d" providerId="ADAL" clId="{ABEC8942-1D28-4A94-8AAF-6361F6D65ECB}" dt="2022-04-06T07:53:58.919" v="1041"/>
        <pc:sldMasterMkLst>
          <pc:docMk/>
          <pc:sldMasterMk cId="1741069006" sldId="2147483648"/>
        </pc:sldMasterMkLst>
        <pc:sldLayoutChg chg="modTransition">
          <pc:chgData name="Axel CHASSELOUP" userId="f97bb917-a1c2-4b2c-9fa0-2fc9c743d75d" providerId="ADAL" clId="{ABEC8942-1D28-4A94-8AAF-6361F6D65ECB}" dt="2022-04-06T07:53:58.919" v="1041"/>
          <pc:sldLayoutMkLst>
            <pc:docMk/>
            <pc:sldMasterMk cId="1741069006" sldId="2147483648"/>
            <pc:sldLayoutMk cId="1712960628" sldId="2147483649"/>
          </pc:sldLayoutMkLst>
        </pc:sldLayoutChg>
        <pc:sldLayoutChg chg="modTransition">
          <pc:chgData name="Axel CHASSELOUP" userId="f97bb917-a1c2-4b2c-9fa0-2fc9c743d75d" providerId="ADAL" clId="{ABEC8942-1D28-4A94-8AAF-6361F6D65ECB}" dt="2022-04-06T07:53:58.919" v="1041"/>
          <pc:sldLayoutMkLst>
            <pc:docMk/>
            <pc:sldMasterMk cId="1741069006" sldId="2147483648"/>
            <pc:sldLayoutMk cId="1555295169" sldId="2147483650"/>
          </pc:sldLayoutMkLst>
        </pc:sldLayoutChg>
        <pc:sldLayoutChg chg="modTransition">
          <pc:chgData name="Axel CHASSELOUP" userId="f97bb917-a1c2-4b2c-9fa0-2fc9c743d75d" providerId="ADAL" clId="{ABEC8942-1D28-4A94-8AAF-6361F6D65ECB}" dt="2022-04-06T07:53:58.919" v="1041"/>
          <pc:sldLayoutMkLst>
            <pc:docMk/>
            <pc:sldMasterMk cId="1741069006" sldId="2147483648"/>
            <pc:sldLayoutMk cId="3833211412" sldId="2147483651"/>
          </pc:sldLayoutMkLst>
        </pc:sldLayoutChg>
        <pc:sldLayoutChg chg="modTransition">
          <pc:chgData name="Axel CHASSELOUP" userId="f97bb917-a1c2-4b2c-9fa0-2fc9c743d75d" providerId="ADAL" clId="{ABEC8942-1D28-4A94-8AAF-6361F6D65ECB}" dt="2022-04-06T07:53:58.919" v="1041"/>
          <pc:sldLayoutMkLst>
            <pc:docMk/>
            <pc:sldMasterMk cId="1741069006" sldId="2147483648"/>
            <pc:sldLayoutMk cId="1172078635" sldId="2147483652"/>
          </pc:sldLayoutMkLst>
        </pc:sldLayoutChg>
        <pc:sldLayoutChg chg="modTransition">
          <pc:chgData name="Axel CHASSELOUP" userId="f97bb917-a1c2-4b2c-9fa0-2fc9c743d75d" providerId="ADAL" clId="{ABEC8942-1D28-4A94-8AAF-6361F6D65ECB}" dt="2022-04-06T07:53:58.919" v="1041"/>
          <pc:sldLayoutMkLst>
            <pc:docMk/>
            <pc:sldMasterMk cId="1741069006" sldId="2147483648"/>
            <pc:sldLayoutMk cId="4273068733" sldId="2147483653"/>
          </pc:sldLayoutMkLst>
        </pc:sldLayoutChg>
        <pc:sldLayoutChg chg="modTransition">
          <pc:chgData name="Axel CHASSELOUP" userId="f97bb917-a1c2-4b2c-9fa0-2fc9c743d75d" providerId="ADAL" clId="{ABEC8942-1D28-4A94-8AAF-6361F6D65ECB}" dt="2022-04-06T07:53:58.919" v="1041"/>
          <pc:sldLayoutMkLst>
            <pc:docMk/>
            <pc:sldMasterMk cId="1741069006" sldId="2147483648"/>
            <pc:sldLayoutMk cId="74480860" sldId="2147483654"/>
          </pc:sldLayoutMkLst>
        </pc:sldLayoutChg>
        <pc:sldLayoutChg chg="modTransition">
          <pc:chgData name="Axel CHASSELOUP" userId="f97bb917-a1c2-4b2c-9fa0-2fc9c743d75d" providerId="ADAL" clId="{ABEC8942-1D28-4A94-8AAF-6361F6D65ECB}" dt="2022-04-06T07:53:58.919" v="1041"/>
          <pc:sldLayoutMkLst>
            <pc:docMk/>
            <pc:sldMasterMk cId="1741069006" sldId="2147483648"/>
            <pc:sldLayoutMk cId="3072439830" sldId="2147483655"/>
          </pc:sldLayoutMkLst>
        </pc:sldLayoutChg>
        <pc:sldLayoutChg chg="modTransition">
          <pc:chgData name="Axel CHASSELOUP" userId="f97bb917-a1c2-4b2c-9fa0-2fc9c743d75d" providerId="ADAL" clId="{ABEC8942-1D28-4A94-8AAF-6361F6D65ECB}" dt="2022-04-06T07:53:58.919" v="1041"/>
          <pc:sldLayoutMkLst>
            <pc:docMk/>
            <pc:sldMasterMk cId="1741069006" sldId="2147483648"/>
            <pc:sldLayoutMk cId="2522893191" sldId="2147483656"/>
          </pc:sldLayoutMkLst>
        </pc:sldLayoutChg>
        <pc:sldLayoutChg chg="modTransition">
          <pc:chgData name="Axel CHASSELOUP" userId="f97bb917-a1c2-4b2c-9fa0-2fc9c743d75d" providerId="ADAL" clId="{ABEC8942-1D28-4A94-8AAF-6361F6D65ECB}" dt="2022-04-06T07:53:58.919" v="1041"/>
          <pc:sldLayoutMkLst>
            <pc:docMk/>
            <pc:sldMasterMk cId="1741069006" sldId="2147483648"/>
            <pc:sldLayoutMk cId="1428172503" sldId="2147483657"/>
          </pc:sldLayoutMkLst>
        </pc:sldLayoutChg>
        <pc:sldLayoutChg chg="modTransition">
          <pc:chgData name="Axel CHASSELOUP" userId="f97bb917-a1c2-4b2c-9fa0-2fc9c743d75d" providerId="ADAL" clId="{ABEC8942-1D28-4A94-8AAF-6361F6D65ECB}" dt="2022-04-06T07:53:58.919" v="1041"/>
          <pc:sldLayoutMkLst>
            <pc:docMk/>
            <pc:sldMasterMk cId="1741069006" sldId="2147483648"/>
            <pc:sldLayoutMk cId="3603282558" sldId="2147483658"/>
          </pc:sldLayoutMkLst>
        </pc:sldLayoutChg>
        <pc:sldLayoutChg chg="modTransition">
          <pc:chgData name="Axel CHASSELOUP" userId="f97bb917-a1c2-4b2c-9fa0-2fc9c743d75d" providerId="ADAL" clId="{ABEC8942-1D28-4A94-8AAF-6361F6D65ECB}" dt="2022-04-06T07:53:58.919" v="1041"/>
          <pc:sldLayoutMkLst>
            <pc:docMk/>
            <pc:sldMasterMk cId="1741069006" sldId="2147483648"/>
            <pc:sldLayoutMk cId="3494850855" sldId="2147483659"/>
          </pc:sldLayoutMkLst>
        </pc:sldLayout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137A08-9170-4453-8B38-F2B6C883CAD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A262AB-3ACA-46CE-991C-8311BF73229D}">
      <dgm:prSet/>
      <dgm:spPr/>
      <dgm:t>
        <a:bodyPr/>
        <a:lstStyle/>
        <a:p>
          <a:r>
            <a:rPr lang="fr-FR"/>
            <a:t>Présentation générale</a:t>
          </a:r>
          <a:endParaRPr lang="en-US"/>
        </a:p>
      </dgm:t>
    </dgm:pt>
    <dgm:pt modelId="{4BD157BC-7485-4075-B9B0-D49426361D43}" type="parTrans" cxnId="{9F27E1E3-D8AA-4F2B-9258-5338EB12534F}">
      <dgm:prSet/>
      <dgm:spPr/>
      <dgm:t>
        <a:bodyPr/>
        <a:lstStyle/>
        <a:p>
          <a:endParaRPr lang="en-US"/>
        </a:p>
      </dgm:t>
    </dgm:pt>
    <dgm:pt modelId="{A3E0B801-9E0D-4A65-A54F-82417A83E226}" type="sibTrans" cxnId="{9F27E1E3-D8AA-4F2B-9258-5338EB12534F}">
      <dgm:prSet/>
      <dgm:spPr/>
      <dgm:t>
        <a:bodyPr/>
        <a:lstStyle/>
        <a:p>
          <a:endParaRPr lang="en-US"/>
        </a:p>
      </dgm:t>
    </dgm:pt>
    <dgm:pt modelId="{5952886B-9039-4EB3-9A22-38FC442F7838}">
      <dgm:prSet/>
      <dgm:spPr/>
      <dgm:t>
        <a:bodyPr/>
        <a:lstStyle/>
        <a:p>
          <a:r>
            <a:rPr lang="fr-FR"/>
            <a:t>Présentation de la maquette</a:t>
          </a:r>
          <a:endParaRPr lang="en-US"/>
        </a:p>
      </dgm:t>
    </dgm:pt>
    <dgm:pt modelId="{812AC2B6-9577-48E3-91A2-760044A05C23}" type="parTrans" cxnId="{CD13AFB8-231F-41F5-9EDA-F7B8F65888E2}">
      <dgm:prSet/>
      <dgm:spPr/>
      <dgm:t>
        <a:bodyPr/>
        <a:lstStyle/>
        <a:p>
          <a:endParaRPr lang="en-US"/>
        </a:p>
      </dgm:t>
    </dgm:pt>
    <dgm:pt modelId="{4D932CD3-3CD3-4354-98FE-D84CDAC4A894}" type="sibTrans" cxnId="{CD13AFB8-231F-41F5-9EDA-F7B8F65888E2}">
      <dgm:prSet/>
      <dgm:spPr/>
      <dgm:t>
        <a:bodyPr/>
        <a:lstStyle/>
        <a:p>
          <a:endParaRPr lang="en-US"/>
        </a:p>
      </dgm:t>
    </dgm:pt>
    <dgm:pt modelId="{2B439B74-3D60-47D1-8B7F-A0204601011D}">
      <dgm:prSet/>
      <dgm:spPr/>
      <dgm:t>
        <a:bodyPr/>
        <a:lstStyle/>
        <a:p>
          <a:r>
            <a:rPr lang="fr-FR"/>
            <a:t>Présentation détaillée de la maquette</a:t>
          </a:r>
          <a:endParaRPr lang="en-US"/>
        </a:p>
      </dgm:t>
    </dgm:pt>
    <dgm:pt modelId="{4745152F-30BC-4525-989B-F576CD1E1BC6}" type="parTrans" cxnId="{0D31C73A-A459-4F3B-BDB3-95FFF16C8961}">
      <dgm:prSet/>
      <dgm:spPr/>
      <dgm:t>
        <a:bodyPr/>
        <a:lstStyle/>
        <a:p>
          <a:endParaRPr lang="en-US"/>
        </a:p>
      </dgm:t>
    </dgm:pt>
    <dgm:pt modelId="{9F53A405-59AD-4964-B642-4588D228888D}" type="sibTrans" cxnId="{0D31C73A-A459-4F3B-BDB3-95FFF16C8961}">
      <dgm:prSet/>
      <dgm:spPr/>
      <dgm:t>
        <a:bodyPr/>
        <a:lstStyle/>
        <a:p>
          <a:endParaRPr lang="en-US"/>
        </a:p>
      </dgm:t>
    </dgm:pt>
    <dgm:pt modelId="{1F00626C-3083-487B-84E6-CA213CF61D37}">
      <dgm:prSet/>
      <dgm:spPr/>
      <dgm:t>
        <a:bodyPr/>
        <a:lstStyle/>
        <a:p>
          <a:r>
            <a:rPr lang="fr-FR" dirty="0"/>
            <a:t>Mise en application de la maquette</a:t>
          </a:r>
          <a:endParaRPr lang="en-US" dirty="0"/>
        </a:p>
      </dgm:t>
    </dgm:pt>
    <dgm:pt modelId="{3EE31036-CECA-4386-9470-AB8C2AFE3765}" type="parTrans" cxnId="{A38339E8-F4A3-4261-919A-A1FFB54E0109}">
      <dgm:prSet/>
      <dgm:spPr/>
      <dgm:t>
        <a:bodyPr/>
        <a:lstStyle/>
        <a:p>
          <a:endParaRPr lang="en-US"/>
        </a:p>
      </dgm:t>
    </dgm:pt>
    <dgm:pt modelId="{D7EEF649-9709-4217-B112-CADC6A4A46A4}" type="sibTrans" cxnId="{A38339E8-F4A3-4261-919A-A1FFB54E0109}">
      <dgm:prSet/>
      <dgm:spPr/>
      <dgm:t>
        <a:bodyPr/>
        <a:lstStyle/>
        <a:p>
          <a:endParaRPr lang="en-US"/>
        </a:p>
      </dgm:t>
    </dgm:pt>
    <dgm:pt modelId="{0631C857-B441-43AA-96CD-F8AAFBEAEA05}">
      <dgm:prSet/>
      <dgm:spPr/>
      <dgm:t>
        <a:bodyPr/>
        <a:lstStyle/>
        <a:p>
          <a:r>
            <a:rPr lang="fr-FR"/>
            <a:t>Conclusion</a:t>
          </a:r>
          <a:endParaRPr lang="en-US"/>
        </a:p>
      </dgm:t>
    </dgm:pt>
    <dgm:pt modelId="{8EB9BF25-46E6-41F9-ACE0-3A80798736FE}" type="parTrans" cxnId="{DB21ABEE-F1DA-487C-8F48-DDE8A39A0F45}">
      <dgm:prSet/>
      <dgm:spPr/>
      <dgm:t>
        <a:bodyPr/>
        <a:lstStyle/>
        <a:p>
          <a:endParaRPr lang="en-US"/>
        </a:p>
      </dgm:t>
    </dgm:pt>
    <dgm:pt modelId="{EC0529A9-0FA3-4391-AE1C-2349A17ABCF5}" type="sibTrans" cxnId="{DB21ABEE-F1DA-487C-8F48-DDE8A39A0F45}">
      <dgm:prSet/>
      <dgm:spPr/>
      <dgm:t>
        <a:bodyPr/>
        <a:lstStyle/>
        <a:p>
          <a:endParaRPr lang="en-US"/>
        </a:p>
      </dgm:t>
    </dgm:pt>
    <dgm:pt modelId="{5A22BF74-BF6D-4204-8797-2A59A715898B}" type="pres">
      <dgm:prSet presAssocID="{43137A08-9170-4453-8B38-F2B6C883CAD0}" presName="vert0" presStyleCnt="0">
        <dgm:presLayoutVars>
          <dgm:dir/>
          <dgm:animOne val="branch"/>
          <dgm:animLvl val="lvl"/>
        </dgm:presLayoutVars>
      </dgm:prSet>
      <dgm:spPr/>
    </dgm:pt>
    <dgm:pt modelId="{83A0E15F-ECBA-402B-88EA-A662AEAA1A67}" type="pres">
      <dgm:prSet presAssocID="{44A262AB-3ACA-46CE-991C-8311BF73229D}" presName="thickLine" presStyleLbl="alignNode1" presStyleIdx="0" presStyleCnt="5"/>
      <dgm:spPr/>
    </dgm:pt>
    <dgm:pt modelId="{3D61227B-B613-4DFC-8534-FFB540A07C34}" type="pres">
      <dgm:prSet presAssocID="{44A262AB-3ACA-46CE-991C-8311BF73229D}" presName="horz1" presStyleCnt="0"/>
      <dgm:spPr/>
    </dgm:pt>
    <dgm:pt modelId="{B7B35555-46F7-466B-B4E0-3724CBEFE251}" type="pres">
      <dgm:prSet presAssocID="{44A262AB-3ACA-46CE-991C-8311BF73229D}" presName="tx1" presStyleLbl="revTx" presStyleIdx="0" presStyleCnt="5"/>
      <dgm:spPr/>
    </dgm:pt>
    <dgm:pt modelId="{0915281F-691C-400B-AC63-9BDD0F1112BF}" type="pres">
      <dgm:prSet presAssocID="{44A262AB-3ACA-46CE-991C-8311BF73229D}" presName="vert1" presStyleCnt="0"/>
      <dgm:spPr/>
    </dgm:pt>
    <dgm:pt modelId="{9BD9AA74-B5E9-4DE5-8F1E-254C21BE6398}" type="pres">
      <dgm:prSet presAssocID="{5952886B-9039-4EB3-9A22-38FC442F7838}" presName="thickLine" presStyleLbl="alignNode1" presStyleIdx="1" presStyleCnt="5"/>
      <dgm:spPr/>
    </dgm:pt>
    <dgm:pt modelId="{E2F40495-37F2-49DF-89A0-2FFBF38AD8CF}" type="pres">
      <dgm:prSet presAssocID="{5952886B-9039-4EB3-9A22-38FC442F7838}" presName="horz1" presStyleCnt="0"/>
      <dgm:spPr/>
    </dgm:pt>
    <dgm:pt modelId="{E66821FD-6FEB-482D-BE5F-516866761B6E}" type="pres">
      <dgm:prSet presAssocID="{5952886B-9039-4EB3-9A22-38FC442F7838}" presName="tx1" presStyleLbl="revTx" presStyleIdx="1" presStyleCnt="5"/>
      <dgm:spPr/>
    </dgm:pt>
    <dgm:pt modelId="{B1ABF026-42D7-4F36-8AED-1E2F1BD6DCF4}" type="pres">
      <dgm:prSet presAssocID="{5952886B-9039-4EB3-9A22-38FC442F7838}" presName="vert1" presStyleCnt="0"/>
      <dgm:spPr/>
    </dgm:pt>
    <dgm:pt modelId="{596D8702-94A7-43F6-B369-8775A9A7DB07}" type="pres">
      <dgm:prSet presAssocID="{2B439B74-3D60-47D1-8B7F-A0204601011D}" presName="thickLine" presStyleLbl="alignNode1" presStyleIdx="2" presStyleCnt="5"/>
      <dgm:spPr/>
    </dgm:pt>
    <dgm:pt modelId="{6425E345-76E2-443F-8C5D-F517DD22A575}" type="pres">
      <dgm:prSet presAssocID="{2B439B74-3D60-47D1-8B7F-A0204601011D}" presName="horz1" presStyleCnt="0"/>
      <dgm:spPr/>
    </dgm:pt>
    <dgm:pt modelId="{32F708F3-8DCF-49DF-A4F7-142E694E7BDB}" type="pres">
      <dgm:prSet presAssocID="{2B439B74-3D60-47D1-8B7F-A0204601011D}" presName="tx1" presStyleLbl="revTx" presStyleIdx="2" presStyleCnt="5"/>
      <dgm:spPr/>
    </dgm:pt>
    <dgm:pt modelId="{C043823C-1461-4D46-9068-F810F38A94BC}" type="pres">
      <dgm:prSet presAssocID="{2B439B74-3D60-47D1-8B7F-A0204601011D}" presName="vert1" presStyleCnt="0"/>
      <dgm:spPr/>
    </dgm:pt>
    <dgm:pt modelId="{602407B3-27D6-446D-BD9F-7DB53D5C2D8D}" type="pres">
      <dgm:prSet presAssocID="{1F00626C-3083-487B-84E6-CA213CF61D37}" presName="thickLine" presStyleLbl="alignNode1" presStyleIdx="3" presStyleCnt="5"/>
      <dgm:spPr/>
    </dgm:pt>
    <dgm:pt modelId="{9EE5B8CE-DFE4-4512-AE98-1B06C6880857}" type="pres">
      <dgm:prSet presAssocID="{1F00626C-3083-487B-84E6-CA213CF61D37}" presName="horz1" presStyleCnt="0"/>
      <dgm:spPr/>
    </dgm:pt>
    <dgm:pt modelId="{A419752F-4A89-4D99-8624-8F07E845F779}" type="pres">
      <dgm:prSet presAssocID="{1F00626C-3083-487B-84E6-CA213CF61D37}" presName="tx1" presStyleLbl="revTx" presStyleIdx="3" presStyleCnt="5"/>
      <dgm:spPr/>
    </dgm:pt>
    <dgm:pt modelId="{4C3650C6-A4EE-476C-B155-359F31997401}" type="pres">
      <dgm:prSet presAssocID="{1F00626C-3083-487B-84E6-CA213CF61D37}" presName="vert1" presStyleCnt="0"/>
      <dgm:spPr/>
    </dgm:pt>
    <dgm:pt modelId="{B21F4411-9C30-4A13-9C7F-B8745FEE38EA}" type="pres">
      <dgm:prSet presAssocID="{0631C857-B441-43AA-96CD-F8AAFBEAEA05}" presName="thickLine" presStyleLbl="alignNode1" presStyleIdx="4" presStyleCnt="5"/>
      <dgm:spPr/>
    </dgm:pt>
    <dgm:pt modelId="{634B68F6-43BF-4DD8-BB90-4342559D9CCB}" type="pres">
      <dgm:prSet presAssocID="{0631C857-B441-43AA-96CD-F8AAFBEAEA05}" presName="horz1" presStyleCnt="0"/>
      <dgm:spPr/>
    </dgm:pt>
    <dgm:pt modelId="{60CF140E-FBF4-4046-BD37-E6A4694E7112}" type="pres">
      <dgm:prSet presAssocID="{0631C857-B441-43AA-96CD-F8AAFBEAEA05}" presName="tx1" presStyleLbl="revTx" presStyleIdx="4" presStyleCnt="5"/>
      <dgm:spPr/>
    </dgm:pt>
    <dgm:pt modelId="{CFD4969E-D4AA-42FC-B08B-547B4A495EE6}" type="pres">
      <dgm:prSet presAssocID="{0631C857-B441-43AA-96CD-F8AAFBEAEA05}" presName="vert1" presStyleCnt="0"/>
      <dgm:spPr/>
    </dgm:pt>
  </dgm:ptLst>
  <dgm:cxnLst>
    <dgm:cxn modelId="{52973B12-8FDA-4250-AA8C-6530E65FB27B}" type="presOf" srcId="{1F00626C-3083-487B-84E6-CA213CF61D37}" destId="{A419752F-4A89-4D99-8624-8F07E845F779}" srcOrd="0" destOrd="0" presId="urn:microsoft.com/office/officeart/2008/layout/LinedList"/>
    <dgm:cxn modelId="{0D31C73A-A459-4F3B-BDB3-95FFF16C8961}" srcId="{43137A08-9170-4453-8B38-F2B6C883CAD0}" destId="{2B439B74-3D60-47D1-8B7F-A0204601011D}" srcOrd="2" destOrd="0" parTransId="{4745152F-30BC-4525-989B-F576CD1E1BC6}" sibTransId="{9F53A405-59AD-4964-B642-4588D228888D}"/>
    <dgm:cxn modelId="{8CDCA872-0B3C-4838-BCCE-062BC4D2F706}" type="presOf" srcId="{2B439B74-3D60-47D1-8B7F-A0204601011D}" destId="{32F708F3-8DCF-49DF-A4F7-142E694E7BDB}" srcOrd="0" destOrd="0" presId="urn:microsoft.com/office/officeart/2008/layout/LinedList"/>
    <dgm:cxn modelId="{85CB98A0-D6D4-46BE-A605-31C976048630}" type="presOf" srcId="{5952886B-9039-4EB3-9A22-38FC442F7838}" destId="{E66821FD-6FEB-482D-BE5F-516866761B6E}" srcOrd="0" destOrd="0" presId="urn:microsoft.com/office/officeart/2008/layout/LinedList"/>
    <dgm:cxn modelId="{B856D8AE-B72C-4552-B7E6-7006F7DFC369}" type="presOf" srcId="{43137A08-9170-4453-8B38-F2B6C883CAD0}" destId="{5A22BF74-BF6D-4204-8797-2A59A715898B}" srcOrd="0" destOrd="0" presId="urn:microsoft.com/office/officeart/2008/layout/LinedList"/>
    <dgm:cxn modelId="{CD13AFB8-231F-41F5-9EDA-F7B8F65888E2}" srcId="{43137A08-9170-4453-8B38-F2B6C883CAD0}" destId="{5952886B-9039-4EB3-9A22-38FC442F7838}" srcOrd="1" destOrd="0" parTransId="{812AC2B6-9577-48E3-91A2-760044A05C23}" sibTransId="{4D932CD3-3CD3-4354-98FE-D84CDAC4A894}"/>
    <dgm:cxn modelId="{08C700CB-7142-4DDA-B161-FC2E06F8C342}" type="presOf" srcId="{0631C857-B441-43AA-96CD-F8AAFBEAEA05}" destId="{60CF140E-FBF4-4046-BD37-E6A4694E7112}" srcOrd="0" destOrd="0" presId="urn:microsoft.com/office/officeart/2008/layout/LinedList"/>
    <dgm:cxn modelId="{9F27E1E3-D8AA-4F2B-9258-5338EB12534F}" srcId="{43137A08-9170-4453-8B38-F2B6C883CAD0}" destId="{44A262AB-3ACA-46CE-991C-8311BF73229D}" srcOrd="0" destOrd="0" parTransId="{4BD157BC-7485-4075-B9B0-D49426361D43}" sibTransId="{A3E0B801-9E0D-4A65-A54F-82417A83E226}"/>
    <dgm:cxn modelId="{0F0487E7-653B-4523-898A-4B7A32E6A9B4}" type="presOf" srcId="{44A262AB-3ACA-46CE-991C-8311BF73229D}" destId="{B7B35555-46F7-466B-B4E0-3724CBEFE251}" srcOrd="0" destOrd="0" presId="urn:microsoft.com/office/officeart/2008/layout/LinedList"/>
    <dgm:cxn modelId="{A38339E8-F4A3-4261-919A-A1FFB54E0109}" srcId="{43137A08-9170-4453-8B38-F2B6C883CAD0}" destId="{1F00626C-3083-487B-84E6-CA213CF61D37}" srcOrd="3" destOrd="0" parTransId="{3EE31036-CECA-4386-9470-AB8C2AFE3765}" sibTransId="{D7EEF649-9709-4217-B112-CADC6A4A46A4}"/>
    <dgm:cxn modelId="{DB21ABEE-F1DA-487C-8F48-DDE8A39A0F45}" srcId="{43137A08-9170-4453-8B38-F2B6C883CAD0}" destId="{0631C857-B441-43AA-96CD-F8AAFBEAEA05}" srcOrd="4" destOrd="0" parTransId="{8EB9BF25-46E6-41F9-ACE0-3A80798736FE}" sibTransId="{EC0529A9-0FA3-4391-AE1C-2349A17ABCF5}"/>
    <dgm:cxn modelId="{344D2C01-40FB-4510-AD56-EB49A36221D7}" type="presParOf" srcId="{5A22BF74-BF6D-4204-8797-2A59A715898B}" destId="{83A0E15F-ECBA-402B-88EA-A662AEAA1A67}" srcOrd="0" destOrd="0" presId="urn:microsoft.com/office/officeart/2008/layout/LinedList"/>
    <dgm:cxn modelId="{E2514190-6AA3-48AA-974C-F43700BB4B21}" type="presParOf" srcId="{5A22BF74-BF6D-4204-8797-2A59A715898B}" destId="{3D61227B-B613-4DFC-8534-FFB540A07C34}" srcOrd="1" destOrd="0" presId="urn:microsoft.com/office/officeart/2008/layout/LinedList"/>
    <dgm:cxn modelId="{21D78B43-843D-44DF-A640-374936783E0D}" type="presParOf" srcId="{3D61227B-B613-4DFC-8534-FFB540A07C34}" destId="{B7B35555-46F7-466B-B4E0-3724CBEFE251}" srcOrd="0" destOrd="0" presId="urn:microsoft.com/office/officeart/2008/layout/LinedList"/>
    <dgm:cxn modelId="{B52F13DD-E442-4AF0-9B1C-277784FC1E2C}" type="presParOf" srcId="{3D61227B-B613-4DFC-8534-FFB540A07C34}" destId="{0915281F-691C-400B-AC63-9BDD0F1112BF}" srcOrd="1" destOrd="0" presId="urn:microsoft.com/office/officeart/2008/layout/LinedList"/>
    <dgm:cxn modelId="{7A949294-48FC-43F0-A2EF-49923F0BC136}" type="presParOf" srcId="{5A22BF74-BF6D-4204-8797-2A59A715898B}" destId="{9BD9AA74-B5E9-4DE5-8F1E-254C21BE6398}" srcOrd="2" destOrd="0" presId="urn:microsoft.com/office/officeart/2008/layout/LinedList"/>
    <dgm:cxn modelId="{AA4668AE-8B1D-4020-96E0-13CC9EC1E2B0}" type="presParOf" srcId="{5A22BF74-BF6D-4204-8797-2A59A715898B}" destId="{E2F40495-37F2-49DF-89A0-2FFBF38AD8CF}" srcOrd="3" destOrd="0" presId="urn:microsoft.com/office/officeart/2008/layout/LinedList"/>
    <dgm:cxn modelId="{5C8347D3-5A26-414B-A31A-3217532BE863}" type="presParOf" srcId="{E2F40495-37F2-49DF-89A0-2FFBF38AD8CF}" destId="{E66821FD-6FEB-482D-BE5F-516866761B6E}" srcOrd="0" destOrd="0" presId="urn:microsoft.com/office/officeart/2008/layout/LinedList"/>
    <dgm:cxn modelId="{369F4060-8C01-401A-8A66-1E74D961399D}" type="presParOf" srcId="{E2F40495-37F2-49DF-89A0-2FFBF38AD8CF}" destId="{B1ABF026-42D7-4F36-8AED-1E2F1BD6DCF4}" srcOrd="1" destOrd="0" presId="urn:microsoft.com/office/officeart/2008/layout/LinedList"/>
    <dgm:cxn modelId="{A2144105-FECB-4781-B2A9-3887F83CE13E}" type="presParOf" srcId="{5A22BF74-BF6D-4204-8797-2A59A715898B}" destId="{596D8702-94A7-43F6-B369-8775A9A7DB07}" srcOrd="4" destOrd="0" presId="urn:microsoft.com/office/officeart/2008/layout/LinedList"/>
    <dgm:cxn modelId="{856C1877-0BF1-44EB-9DAD-D4BB8E99CE0D}" type="presParOf" srcId="{5A22BF74-BF6D-4204-8797-2A59A715898B}" destId="{6425E345-76E2-443F-8C5D-F517DD22A575}" srcOrd="5" destOrd="0" presId="urn:microsoft.com/office/officeart/2008/layout/LinedList"/>
    <dgm:cxn modelId="{2AF04C3E-2175-4C14-828F-F12B499799CC}" type="presParOf" srcId="{6425E345-76E2-443F-8C5D-F517DD22A575}" destId="{32F708F3-8DCF-49DF-A4F7-142E694E7BDB}" srcOrd="0" destOrd="0" presId="urn:microsoft.com/office/officeart/2008/layout/LinedList"/>
    <dgm:cxn modelId="{FFAE29AB-EDC9-4653-9347-4AE796EAE597}" type="presParOf" srcId="{6425E345-76E2-443F-8C5D-F517DD22A575}" destId="{C043823C-1461-4D46-9068-F810F38A94BC}" srcOrd="1" destOrd="0" presId="urn:microsoft.com/office/officeart/2008/layout/LinedList"/>
    <dgm:cxn modelId="{57469CEE-6077-4D2F-8D65-1BEF9BA3A190}" type="presParOf" srcId="{5A22BF74-BF6D-4204-8797-2A59A715898B}" destId="{602407B3-27D6-446D-BD9F-7DB53D5C2D8D}" srcOrd="6" destOrd="0" presId="urn:microsoft.com/office/officeart/2008/layout/LinedList"/>
    <dgm:cxn modelId="{6767E67D-7D24-4CF5-96D8-A9B0812C5B94}" type="presParOf" srcId="{5A22BF74-BF6D-4204-8797-2A59A715898B}" destId="{9EE5B8CE-DFE4-4512-AE98-1B06C6880857}" srcOrd="7" destOrd="0" presId="urn:microsoft.com/office/officeart/2008/layout/LinedList"/>
    <dgm:cxn modelId="{3A47E766-F875-4758-A9B8-27A65FC8B5B0}" type="presParOf" srcId="{9EE5B8CE-DFE4-4512-AE98-1B06C6880857}" destId="{A419752F-4A89-4D99-8624-8F07E845F779}" srcOrd="0" destOrd="0" presId="urn:microsoft.com/office/officeart/2008/layout/LinedList"/>
    <dgm:cxn modelId="{D2B34BAB-5AC6-46E9-B870-CFC9E8AADBDF}" type="presParOf" srcId="{9EE5B8CE-DFE4-4512-AE98-1B06C6880857}" destId="{4C3650C6-A4EE-476C-B155-359F31997401}" srcOrd="1" destOrd="0" presId="urn:microsoft.com/office/officeart/2008/layout/LinedList"/>
    <dgm:cxn modelId="{9FE4E150-8200-4FA1-BD17-6C0865D1CD7D}" type="presParOf" srcId="{5A22BF74-BF6D-4204-8797-2A59A715898B}" destId="{B21F4411-9C30-4A13-9C7F-B8745FEE38EA}" srcOrd="8" destOrd="0" presId="urn:microsoft.com/office/officeart/2008/layout/LinedList"/>
    <dgm:cxn modelId="{8DB48CC9-A3F7-4662-BB46-374EE34A1DFD}" type="presParOf" srcId="{5A22BF74-BF6D-4204-8797-2A59A715898B}" destId="{634B68F6-43BF-4DD8-BB90-4342559D9CCB}" srcOrd="9" destOrd="0" presId="urn:microsoft.com/office/officeart/2008/layout/LinedList"/>
    <dgm:cxn modelId="{85A2E19E-5E75-4E02-8753-6B2C18247E30}" type="presParOf" srcId="{634B68F6-43BF-4DD8-BB90-4342559D9CCB}" destId="{60CF140E-FBF4-4046-BD37-E6A4694E7112}" srcOrd="0" destOrd="0" presId="urn:microsoft.com/office/officeart/2008/layout/LinedList"/>
    <dgm:cxn modelId="{8C2805EA-0D1D-4223-9390-700B4AEDF911}" type="presParOf" srcId="{634B68F6-43BF-4DD8-BB90-4342559D9CCB}" destId="{CFD4969E-D4AA-42FC-B08B-547B4A495EE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B3B671-5F67-499C-A7A2-CD639CD2F2A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80CC979-2590-4F5F-9E6A-BAEB6FE612E3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5 Pages</a:t>
          </a:r>
          <a:endParaRPr lang="en-US" dirty="0"/>
        </a:p>
      </dgm:t>
    </dgm:pt>
    <dgm:pt modelId="{A1E935BE-EB77-46ED-B5F1-CC5F76A84816}" type="parTrans" cxnId="{D1416488-BDA9-4E00-AB8A-3FCF1F72E603}">
      <dgm:prSet/>
      <dgm:spPr/>
      <dgm:t>
        <a:bodyPr/>
        <a:lstStyle/>
        <a:p>
          <a:endParaRPr lang="en-US"/>
        </a:p>
      </dgm:t>
    </dgm:pt>
    <dgm:pt modelId="{9B2D1592-E232-4D4D-AF0A-02FEA45F6DD1}" type="sibTrans" cxnId="{D1416488-BDA9-4E00-AB8A-3FCF1F72E60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59D6494-BCEE-433B-BE12-FC78FDDD7AB7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Barre de recherche</a:t>
          </a:r>
          <a:endParaRPr lang="en-US"/>
        </a:p>
      </dgm:t>
    </dgm:pt>
    <dgm:pt modelId="{9FD3F8F2-0120-407E-9ACF-92E7948C9AAE}" type="parTrans" cxnId="{00BC17D0-862A-41FC-9971-ABFDEBBF81D5}">
      <dgm:prSet/>
      <dgm:spPr/>
      <dgm:t>
        <a:bodyPr/>
        <a:lstStyle/>
        <a:p>
          <a:endParaRPr lang="en-US"/>
        </a:p>
      </dgm:t>
    </dgm:pt>
    <dgm:pt modelId="{9A202A3C-6553-46D8-8A99-9DFBED1AA599}" type="sibTrans" cxnId="{00BC17D0-862A-41FC-9971-ABFDEBBF81D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37D8328-EE7A-42ED-94E8-689B13915B58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Modernité</a:t>
          </a:r>
          <a:endParaRPr lang="en-US"/>
        </a:p>
      </dgm:t>
    </dgm:pt>
    <dgm:pt modelId="{48D61DF7-95A6-4198-AA9D-551772100804}" type="parTrans" cxnId="{36D64AD3-83A6-4F2F-A3FD-8DBE2E0F8204}">
      <dgm:prSet/>
      <dgm:spPr/>
      <dgm:t>
        <a:bodyPr/>
        <a:lstStyle/>
        <a:p>
          <a:endParaRPr lang="en-US"/>
        </a:p>
      </dgm:t>
    </dgm:pt>
    <dgm:pt modelId="{8B9D8869-6E25-4C4A-8C57-ADF0AB3EB898}" type="sibTrans" cxnId="{36D64AD3-83A6-4F2F-A3FD-8DBE2E0F820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40A79FD-58E4-4D01-81AD-6355CF0AF235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Logo sur mesure</a:t>
          </a:r>
          <a:endParaRPr lang="en-US"/>
        </a:p>
      </dgm:t>
    </dgm:pt>
    <dgm:pt modelId="{A0941E6F-8CF8-4DD2-93C0-FF7BCCD72DC0}" type="parTrans" cxnId="{3F76786C-10DF-4496-94B6-0F680FC58D88}">
      <dgm:prSet/>
      <dgm:spPr/>
      <dgm:t>
        <a:bodyPr/>
        <a:lstStyle/>
        <a:p>
          <a:endParaRPr lang="en-US"/>
        </a:p>
      </dgm:t>
    </dgm:pt>
    <dgm:pt modelId="{3B709C93-3C6A-4216-B54C-DAD7EBDB4263}" type="sibTrans" cxnId="{3F76786C-10DF-4496-94B6-0F680FC58D88}">
      <dgm:prSet/>
      <dgm:spPr/>
      <dgm:t>
        <a:bodyPr/>
        <a:lstStyle/>
        <a:p>
          <a:endParaRPr lang="en-US"/>
        </a:p>
      </dgm:t>
    </dgm:pt>
    <dgm:pt modelId="{2A9BD6F8-98A9-4EC0-A7FD-5B6AECFD1123}" type="pres">
      <dgm:prSet presAssocID="{92B3B671-5F67-499C-A7A2-CD639CD2F2A8}" presName="root" presStyleCnt="0">
        <dgm:presLayoutVars>
          <dgm:dir/>
          <dgm:resizeHandles val="exact"/>
        </dgm:presLayoutVars>
      </dgm:prSet>
      <dgm:spPr/>
    </dgm:pt>
    <dgm:pt modelId="{3C89F315-1D3E-4E5E-B7E7-2297C302CF06}" type="pres">
      <dgm:prSet presAssocID="{92B3B671-5F67-499C-A7A2-CD639CD2F2A8}" presName="container" presStyleCnt="0">
        <dgm:presLayoutVars>
          <dgm:dir/>
          <dgm:resizeHandles val="exact"/>
        </dgm:presLayoutVars>
      </dgm:prSet>
      <dgm:spPr/>
    </dgm:pt>
    <dgm:pt modelId="{1F4BC6C2-90C9-4C63-8BFD-FD9D361D8466}" type="pres">
      <dgm:prSet presAssocID="{080CC979-2590-4F5F-9E6A-BAEB6FE612E3}" presName="compNode" presStyleCnt="0"/>
      <dgm:spPr/>
    </dgm:pt>
    <dgm:pt modelId="{4BBF1903-A8A0-47DB-A7CB-0223C1301A7D}" type="pres">
      <dgm:prSet presAssocID="{080CC979-2590-4F5F-9E6A-BAEB6FE612E3}" presName="iconBgRect" presStyleLbl="bgShp" presStyleIdx="0" presStyleCnt="4"/>
      <dgm:spPr/>
    </dgm:pt>
    <dgm:pt modelId="{8908E83C-81CC-499B-A44C-C4964EC059DB}" type="pres">
      <dgm:prSet presAssocID="{080CC979-2590-4F5F-9E6A-BAEB6FE612E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B5276B1-529A-4B5D-AC60-F3962DE0FE79}" type="pres">
      <dgm:prSet presAssocID="{080CC979-2590-4F5F-9E6A-BAEB6FE612E3}" presName="spaceRect" presStyleCnt="0"/>
      <dgm:spPr/>
    </dgm:pt>
    <dgm:pt modelId="{C199B14E-F088-4E23-B6AE-BC54F8EB2DF9}" type="pres">
      <dgm:prSet presAssocID="{080CC979-2590-4F5F-9E6A-BAEB6FE612E3}" presName="textRect" presStyleLbl="revTx" presStyleIdx="0" presStyleCnt="4">
        <dgm:presLayoutVars>
          <dgm:chMax val="1"/>
          <dgm:chPref val="1"/>
        </dgm:presLayoutVars>
      </dgm:prSet>
      <dgm:spPr/>
    </dgm:pt>
    <dgm:pt modelId="{DCC72FEC-4055-4B8C-B414-BDB2CD790EA4}" type="pres">
      <dgm:prSet presAssocID="{9B2D1592-E232-4D4D-AF0A-02FEA45F6DD1}" presName="sibTrans" presStyleLbl="sibTrans2D1" presStyleIdx="0" presStyleCnt="0"/>
      <dgm:spPr/>
    </dgm:pt>
    <dgm:pt modelId="{6E6CB21E-1D6E-4751-AB39-2171CFBF1CE9}" type="pres">
      <dgm:prSet presAssocID="{B59D6494-BCEE-433B-BE12-FC78FDDD7AB7}" presName="compNode" presStyleCnt="0"/>
      <dgm:spPr/>
    </dgm:pt>
    <dgm:pt modelId="{7E4CA7A3-EB6C-4F74-B92F-82D97F57451A}" type="pres">
      <dgm:prSet presAssocID="{B59D6494-BCEE-433B-BE12-FC78FDDD7AB7}" presName="iconBgRect" presStyleLbl="bgShp" presStyleIdx="1" presStyleCnt="4"/>
      <dgm:spPr/>
    </dgm:pt>
    <dgm:pt modelId="{CCA47B86-4E67-49EF-BFF5-0E38FAEF0CCA}" type="pres">
      <dgm:prSet presAssocID="{B59D6494-BCEE-433B-BE12-FC78FDDD7AB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2DCC6A9-8BED-4A96-9D10-117E2B888F3A}" type="pres">
      <dgm:prSet presAssocID="{B59D6494-BCEE-433B-BE12-FC78FDDD7AB7}" presName="spaceRect" presStyleCnt="0"/>
      <dgm:spPr/>
    </dgm:pt>
    <dgm:pt modelId="{F9A02987-E992-4C20-91E5-A456F622ED06}" type="pres">
      <dgm:prSet presAssocID="{B59D6494-BCEE-433B-BE12-FC78FDDD7AB7}" presName="textRect" presStyleLbl="revTx" presStyleIdx="1" presStyleCnt="4">
        <dgm:presLayoutVars>
          <dgm:chMax val="1"/>
          <dgm:chPref val="1"/>
        </dgm:presLayoutVars>
      </dgm:prSet>
      <dgm:spPr/>
    </dgm:pt>
    <dgm:pt modelId="{F216C6A2-A0BE-4DDA-9C0D-F1B893CFD349}" type="pres">
      <dgm:prSet presAssocID="{9A202A3C-6553-46D8-8A99-9DFBED1AA599}" presName="sibTrans" presStyleLbl="sibTrans2D1" presStyleIdx="0" presStyleCnt="0"/>
      <dgm:spPr/>
    </dgm:pt>
    <dgm:pt modelId="{7E7C66B4-4800-4C2E-8D95-58978A4865EB}" type="pres">
      <dgm:prSet presAssocID="{437D8328-EE7A-42ED-94E8-689B13915B58}" presName="compNode" presStyleCnt="0"/>
      <dgm:spPr/>
    </dgm:pt>
    <dgm:pt modelId="{65476CB5-3131-4773-A778-0F0EF97B7F61}" type="pres">
      <dgm:prSet presAssocID="{437D8328-EE7A-42ED-94E8-689B13915B58}" presName="iconBgRect" presStyleLbl="bgShp" presStyleIdx="2" presStyleCnt="4"/>
      <dgm:spPr/>
    </dgm:pt>
    <dgm:pt modelId="{B71A695D-BAF1-4BC1-B587-4D6A18CEA7C9}" type="pres">
      <dgm:prSet presAssocID="{437D8328-EE7A-42ED-94E8-689B13915B5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BBC4C362-DB16-443B-BEC4-91C1D30D1E12}" type="pres">
      <dgm:prSet presAssocID="{437D8328-EE7A-42ED-94E8-689B13915B58}" presName="spaceRect" presStyleCnt="0"/>
      <dgm:spPr/>
    </dgm:pt>
    <dgm:pt modelId="{E744A010-46DE-4426-810D-A295AE339C90}" type="pres">
      <dgm:prSet presAssocID="{437D8328-EE7A-42ED-94E8-689B13915B58}" presName="textRect" presStyleLbl="revTx" presStyleIdx="2" presStyleCnt="4">
        <dgm:presLayoutVars>
          <dgm:chMax val="1"/>
          <dgm:chPref val="1"/>
        </dgm:presLayoutVars>
      </dgm:prSet>
      <dgm:spPr/>
    </dgm:pt>
    <dgm:pt modelId="{A19CB098-43DD-4778-8CBF-39BA66A77499}" type="pres">
      <dgm:prSet presAssocID="{8B9D8869-6E25-4C4A-8C57-ADF0AB3EB898}" presName="sibTrans" presStyleLbl="sibTrans2D1" presStyleIdx="0" presStyleCnt="0"/>
      <dgm:spPr/>
    </dgm:pt>
    <dgm:pt modelId="{2F9A37DD-6045-46A5-92B8-B0BD1ADDD01E}" type="pres">
      <dgm:prSet presAssocID="{740A79FD-58E4-4D01-81AD-6355CF0AF235}" presName="compNode" presStyleCnt="0"/>
      <dgm:spPr/>
    </dgm:pt>
    <dgm:pt modelId="{F1824975-16E0-4D5A-A5A3-27EE29790BC2}" type="pres">
      <dgm:prSet presAssocID="{740A79FD-58E4-4D01-81AD-6355CF0AF235}" presName="iconBgRect" presStyleLbl="bgShp" presStyleIdx="3" presStyleCnt="4"/>
      <dgm:spPr/>
    </dgm:pt>
    <dgm:pt modelId="{F3D94F44-239A-45E4-B097-DD6BC10742AC}" type="pres">
      <dgm:prSet presAssocID="{740A79FD-58E4-4D01-81AD-6355CF0AF23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ègle"/>
        </a:ext>
      </dgm:extLst>
    </dgm:pt>
    <dgm:pt modelId="{027A5A8B-97A6-4D36-97EE-92EB9C01A60C}" type="pres">
      <dgm:prSet presAssocID="{740A79FD-58E4-4D01-81AD-6355CF0AF235}" presName="spaceRect" presStyleCnt="0"/>
      <dgm:spPr/>
    </dgm:pt>
    <dgm:pt modelId="{5608379E-B175-41EB-A657-15F2528369A8}" type="pres">
      <dgm:prSet presAssocID="{740A79FD-58E4-4D01-81AD-6355CF0AF23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B057A09-3A99-48D2-B2A7-949DD73F03B7}" type="presOf" srcId="{8B9D8869-6E25-4C4A-8C57-ADF0AB3EB898}" destId="{A19CB098-43DD-4778-8CBF-39BA66A77499}" srcOrd="0" destOrd="0" presId="urn:microsoft.com/office/officeart/2018/2/layout/IconCircleList"/>
    <dgm:cxn modelId="{AD3E9234-053F-463A-9AB0-E32EC5392D26}" type="presOf" srcId="{92B3B671-5F67-499C-A7A2-CD639CD2F2A8}" destId="{2A9BD6F8-98A9-4EC0-A7FD-5B6AECFD1123}" srcOrd="0" destOrd="0" presId="urn:microsoft.com/office/officeart/2018/2/layout/IconCircleList"/>
    <dgm:cxn modelId="{50F7D249-B18B-48D4-B772-7A4EFB8D4FCB}" type="presOf" srcId="{B59D6494-BCEE-433B-BE12-FC78FDDD7AB7}" destId="{F9A02987-E992-4C20-91E5-A456F622ED06}" srcOrd="0" destOrd="0" presId="urn:microsoft.com/office/officeart/2018/2/layout/IconCircleList"/>
    <dgm:cxn modelId="{3F76786C-10DF-4496-94B6-0F680FC58D88}" srcId="{92B3B671-5F67-499C-A7A2-CD639CD2F2A8}" destId="{740A79FD-58E4-4D01-81AD-6355CF0AF235}" srcOrd="3" destOrd="0" parTransId="{A0941E6F-8CF8-4DD2-93C0-FF7BCCD72DC0}" sibTransId="{3B709C93-3C6A-4216-B54C-DAD7EBDB4263}"/>
    <dgm:cxn modelId="{659F1A53-5CEE-49E5-AF82-7727C32B253A}" type="presOf" srcId="{080CC979-2590-4F5F-9E6A-BAEB6FE612E3}" destId="{C199B14E-F088-4E23-B6AE-BC54F8EB2DF9}" srcOrd="0" destOrd="0" presId="urn:microsoft.com/office/officeart/2018/2/layout/IconCircleList"/>
    <dgm:cxn modelId="{A3B41E7E-F767-4E82-9342-6707E5BE525A}" type="presOf" srcId="{9B2D1592-E232-4D4D-AF0A-02FEA45F6DD1}" destId="{DCC72FEC-4055-4B8C-B414-BDB2CD790EA4}" srcOrd="0" destOrd="0" presId="urn:microsoft.com/office/officeart/2018/2/layout/IconCircleList"/>
    <dgm:cxn modelId="{D1416488-BDA9-4E00-AB8A-3FCF1F72E603}" srcId="{92B3B671-5F67-499C-A7A2-CD639CD2F2A8}" destId="{080CC979-2590-4F5F-9E6A-BAEB6FE612E3}" srcOrd="0" destOrd="0" parTransId="{A1E935BE-EB77-46ED-B5F1-CC5F76A84816}" sibTransId="{9B2D1592-E232-4D4D-AF0A-02FEA45F6DD1}"/>
    <dgm:cxn modelId="{06DDD48B-4773-4AC5-8BDA-0E1FF2DD768A}" type="presOf" srcId="{437D8328-EE7A-42ED-94E8-689B13915B58}" destId="{E744A010-46DE-4426-810D-A295AE339C90}" srcOrd="0" destOrd="0" presId="urn:microsoft.com/office/officeart/2018/2/layout/IconCircleList"/>
    <dgm:cxn modelId="{85D62898-A7D0-4062-BCC8-BCD83FF00E97}" type="presOf" srcId="{9A202A3C-6553-46D8-8A99-9DFBED1AA599}" destId="{F216C6A2-A0BE-4DDA-9C0D-F1B893CFD349}" srcOrd="0" destOrd="0" presId="urn:microsoft.com/office/officeart/2018/2/layout/IconCircleList"/>
    <dgm:cxn modelId="{00BC17D0-862A-41FC-9971-ABFDEBBF81D5}" srcId="{92B3B671-5F67-499C-A7A2-CD639CD2F2A8}" destId="{B59D6494-BCEE-433B-BE12-FC78FDDD7AB7}" srcOrd="1" destOrd="0" parTransId="{9FD3F8F2-0120-407E-9ACF-92E7948C9AAE}" sibTransId="{9A202A3C-6553-46D8-8A99-9DFBED1AA599}"/>
    <dgm:cxn modelId="{36D64AD3-83A6-4F2F-A3FD-8DBE2E0F8204}" srcId="{92B3B671-5F67-499C-A7A2-CD639CD2F2A8}" destId="{437D8328-EE7A-42ED-94E8-689B13915B58}" srcOrd="2" destOrd="0" parTransId="{48D61DF7-95A6-4198-AA9D-551772100804}" sibTransId="{8B9D8869-6E25-4C4A-8C57-ADF0AB3EB898}"/>
    <dgm:cxn modelId="{DF832BD4-B629-4CCD-BE62-AA4CC3A6D10C}" type="presOf" srcId="{740A79FD-58E4-4D01-81AD-6355CF0AF235}" destId="{5608379E-B175-41EB-A657-15F2528369A8}" srcOrd="0" destOrd="0" presId="urn:microsoft.com/office/officeart/2018/2/layout/IconCircleList"/>
    <dgm:cxn modelId="{430D7E2B-E552-4F7E-9B35-35D62DA700C0}" type="presParOf" srcId="{2A9BD6F8-98A9-4EC0-A7FD-5B6AECFD1123}" destId="{3C89F315-1D3E-4E5E-B7E7-2297C302CF06}" srcOrd="0" destOrd="0" presId="urn:microsoft.com/office/officeart/2018/2/layout/IconCircleList"/>
    <dgm:cxn modelId="{5B8E6BBE-208C-4475-894F-D85447CBB309}" type="presParOf" srcId="{3C89F315-1D3E-4E5E-B7E7-2297C302CF06}" destId="{1F4BC6C2-90C9-4C63-8BFD-FD9D361D8466}" srcOrd="0" destOrd="0" presId="urn:microsoft.com/office/officeart/2018/2/layout/IconCircleList"/>
    <dgm:cxn modelId="{89DD12D9-F928-437E-9841-21DBDD1312D3}" type="presParOf" srcId="{1F4BC6C2-90C9-4C63-8BFD-FD9D361D8466}" destId="{4BBF1903-A8A0-47DB-A7CB-0223C1301A7D}" srcOrd="0" destOrd="0" presId="urn:microsoft.com/office/officeart/2018/2/layout/IconCircleList"/>
    <dgm:cxn modelId="{059953CC-2A6B-4B1C-BD6B-32FB952310BB}" type="presParOf" srcId="{1F4BC6C2-90C9-4C63-8BFD-FD9D361D8466}" destId="{8908E83C-81CC-499B-A44C-C4964EC059DB}" srcOrd="1" destOrd="0" presId="urn:microsoft.com/office/officeart/2018/2/layout/IconCircleList"/>
    <dgm:cxn modelId="{28545424-029D-40C7-8209-2F950BF1AA48}" type="presParOf" srcId="{1F4BC6C2-90C9-4C63-8BFD-FD9D361D8466}" destId="{2B5276B1-529A-4B5D-AC60-F3962DE0FE79}" srcOrd="2" destOrd="0" presId="urn:microsoft.com/office/officeart/2018/2/layout/IconCircleList"/>
    <dgm:cxn modelId="{F2DCBCDD-36CB-4E8F-B90C-33FE72D6A62D}" type="presParOf" srcId="{1F4BC6C2-90C9-4C63-8BFD-FD9D361D8466}" destId="{C199B14E-F088-4E23-B6AE-BC54F8EB2DF9}" srcOrd="3" destOrd="0" presId="urn:microsoft.com/office/officeart/2018/2/layout/IconCircleList"/>
    <dgm:cxn modelId="{E24923A8-E3BF-480B-9C6A-7E2E42DBE4B0}" type="presParOf" srcId="{3C89F315-1D3E-4E5E-B7E7-2297C302CF06}" destId="{DCC72FEC-4055-4B8C-B414-BDB2CD790EA4}" srcOrd="1" destOrd="0" presId="urn:microsoft.com/office/officeart/2018/2/layout/IconCircleList"/>
    <dgm:cxn modelId="{F3429B27-F8DC-4EA5-88EE-1684106D2EEC}" type="presParOf" srcId="{3C89F315-1D3E-4E5E-B7E7-2297C302CF06}" destId="{6E6CB21E-1D6E-4751-AB39-2171CFBF1CE9}" srcOrd="2" destOrd="0" presId="urn:microsoft.com/office/officeart/2018/2/layout/IconCircleList"/>
    <dgm:cxn modelId="{5D6CBE77-B768-487B-89E2-B2D3B92B0E27}" type="presParOf" srcId="{6E6CB21E-1D6E-4751-AB39-2171CFBF1CE9}" destId="{7E4CA7A3-EB6C-4F74-B92F-82D97F57451A}" srcOrd="0" destOrd="0" presId="urn:microsoft.com/office/officeart/2018/2/layout/IconCircleList"/>
    <dgm:cxn modelId="{3CBB2C17-9936-493D-8B97-D259778D2EC1}" type="presParOf" srcId="{6E6CB21E-1D6E-4751-AB39-2171CFBF1CE9}" destId="{CCA47B86-4E67-49EF-BFF5-0E38FAEF0CCA}" srcOrd="1" destOrd="0" presId="urn:microsoft.com/office/officeart/2018/2/layout/IconCircleList"/>
    <dgm:cxn modelId="{C9D8BAAA-46F5-4EA5-BE49-91DEAF883FAF}" type="presParOf" srcId="{6E6CB21E-1D6E-4751-AB39-2171CFBF1CE9}" destId="{92DCC6A9-8BED-4A96-9D10-117E2B888F3A}" srcOrd="2" destOrd="0" presId="urn:microsoft.com/office/officeart/2018/2/layout/IconCircleList"/>
    <dgm:cxn modelId="{5C0D82EB-5B57-4EC1-B4EF-35330577F370}" type="presParOf" srcId="{6E6CB21E-1D6E-4751-AB39-2171CFBF1CE9}" destId="{F9A02987-E992-4C20-91E5-A456F622ED06}" srcOrd="3" destOrd="0" presId="urn:microsoft.com/office/officeart/2018/2/layout/IconCircleList"/>
    <dgm:cxn modelId="{8FB42063-5CC5-4F1D-B883-16686D1BE0C5}" type="presParOf" srcId="{3C89F315-1D3E-4E5E-B7E7-2297C302CF06}" destId="{F216C6A2-A0BE-4DDA-9C0D-F1B893CFD349}" srcOrd="3" destOrd="0" presId="urn:microsoft.com/office/officeart/2018/2/layout/IconCircleList"/>
    <dgm:cxn modelId="{22CD9A9D-4C0D-4759-8903-C728EEC2EFE5}" type="presParOf" srcId="{3C89F315-1D3E-4E5E-B7E7-2297C302CF06}" destId="{7E7C66B4-4800-4C2E-8D95-58978A4865EB}" srcOrd="4" destOrd="0" presId="urn:microsoft.com/office/officeart/2018/2/layout/IconCircleList"/>
    <dgm:cxn modelId="{989BDEF8-5848-42D9-AE2F-D03A71165E89}" type="presParOf" srcId="{7E7C66B4-4800-4C2E-8D95-58978A4865EB}" destId="{65476CB5-3131-4773-A778-0F0EF97B7F61}" srcOrd="0" destOrd="0" presId="urn:microsoft.com/office/officeart/2018/2/layout/IconCircleList"/>
    <dgm:cxn modelId="{8757802D-E11A-4989-B345-D00B369EDA52}" type="presParOf" srcId="{7E7C66B4-4800-4C2E-8D95-58978A4865EB}" destId="{B71A695D-BAF1-4BC1-B587-4D6A18CEA7C9}" srcOrd="1" destOrd="0" presId="urn:microsoft.com/office/officeart/2018/2/layout/IconCircleList"/>
    <dgm:cxn modelId="{BD3E820E-0994-4979-8224-77F459C23813}" type="presParOf" srcId="{7E7C66B4-4800-4C2E-8D95-58978A4865EB}" destId="{BBC4C362-DB16-443B-BEC4-91C1D30D1E12}" srcOrd="2" destOrd="0" presId="urn:microsoft.com/office/officeart/2018/2/layout/IconCircleList"/>
    <dgm:cxn modelId="{E9EE50BE-7D61-41C1-9A70-744C7C8EA93C}" type="presParOf" srcId="{7E7C66B4-4800-4C2E-8D95-58978A4865EB}" destId="{E744A010-46DE-4426-810D-A295AE339C90}" srcOrd="3" destOrd="0" presId="urn:microsoft.com/office/officeart/2018/2/layout/IconCircleList"/>
    <dgm:cxn modelId="{C72E97D4-EED3-4F33-A826-041AD9BECD94}" type="presParOf" srcId="{3C89F315-1D3E-4E5E-B7E7-2297C302CF06}" destId="{A19CB098-43DD-4778-8CBF-39BA66A77499}" srcOrd="5" destOrd="0" presId="urn:microsoft.com/office/officeart/2018/2/layout/IconCircleList"/>
    <dgm:cxn modelId="{B32DBFB5-84BB-4D11-B472-8AA89C56E448}" type="presParOf" srcId="{3C89F315-1D3E-4E5E-B7E7-2297C302CF06}" destId="{2F9A37DD-6045-46A5-92B8-B0BD1ADDD01E}" srcOrd="6" destOrd="0" presId="urn:microsoft.com/office/officeart/2018/2/layout/IconCircleList"/>
    <dgm:cxn modelId="{BBBFCD44-D7DE-4848-8442-E01D87F4DFA5}" type="presParOf" srcId="{2F9A37DD-6045-46A5-92B8-B0BD1ADDD01E}" destId="{F1824975-16E0-4D5A-A5A3-27EE29790BC2}" srcOrd="0" destOrd="0" presId="urn:microsoft.com/office/officeart/2018/2/layout/IconCircleList"/>
    <dgm:cxn modelId="{31D45959-67AE-4215-B6AA-D56081FAAD8C}" type="presParOf" srcId="{2F9A37DD-6045-46A5-92B8-B0BD1ADDD01E}" destId="{F3D94F44-239A-45E4-B097-DD6BC10742AC}" srcOrd="1" destOrd="0" presId="urn:microsoft.com/office/officeart/2018/2/layout/IconCircleList"/>
    <dgm:cxn modelId="{B0DDCFE3-8241-440B-893F-29E9AFA3AE44}" type="presParOf" srcId="{2F9A37DD-6045-46A5-92B8-B0BD1ADDD01E}" destId="{027A5A8B-97A6-4D36-97EE-92EB9C01A60C}" srcOrd="2" destOrd="0" presId="urn:microsoft.com/office/officeart/2018/2/layout/IconCircleList"/>
    <dgm:cxn modelId="{D18CCE18-4ACB-481B-B3FE-639C1D593047}" type="presParOf" srcId="{2F9A37DD-6045-46A5-92B8-B0BD1ADDD01E}" destId="{5608379E-B175-41EB-A657-15F2528369A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24C499-3755-454B-8D9B-AA89548C4A7C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F5FC3C0-70F9-489D-90EE-E8248D6656ED}">
      <dgm:prSet/>
      <dgm:spPr/>
      <dgm:t>
        <a:bodyPr/>
        <a:lstStyle/>
        <a:p>
          <a:r>
            <a:rPr lang="fr-FR" dirty="0"/>
            <a:t>Accueil</a:t>
          </a:r>
          <a:endParaRPr lang="en-US" dirty="0"/>
        </a:p>
      </dgm:t>
    </dgm:pt>
    <dgm:pt modelId="{0F2F9734-9BA9-469D-A35C-E2B4B047CC95}" type="parTrans" cxnId="{3EB26FB6-06EB-44E0-8F8D-E2146C2EB49F}">
      <dgm:prSet/>
      <dgm:spPr/>
      <dgm:t>
        <a:bodyPr/>
        <a:lstStyle/>
        <a:p>
          <a:endParaRPr lang="en-US"/>
        </a:p>
      </dgm:t>
    </dgm:pt>
    <dgm:pt modelId="{6223B2E8-228E-4D93-9C05-06E245C43F82}" type="sibTrans" cxnId="{3EB26FB6-06EB-44E0-8F8D-E2146C2EB49F}">
      <dgm:prSet/>
      <dgm:spPr/>
      <dgm:t>
        <a:bodyPr/>
        <a:lstStyle/>
        <a:p>
          <a:endParaRPr lang="en-US"/>
        </a:p>
      </dgm:t>
    </dgm:pt>
    <dgm:pt modelId="{83BA5E38-9461-4ADE-848E-CAD7FCB9E7B2}">
      <dgm:prSet/>
      <dgm:spPr/>
      <dgm:t>
        <a:bodyPr/>
        <a:lstStyle/>
        <a:p>
          <a:r>
            <a:rPr lang="fr-FR" dirty="0"/>
            <a:t>Programmes</a:t>
          </a:r>
          <a:endParaRPr lang="en-US" dirty="0"/>
        </a:p>
      </dgm:t>
    </dgm:pt>
    <dgm:pt modelId="{78A92031-1564-4E34-AC21-3460FEA28D19}" type="parTrans" cxnId="{A16A8C32-FC62-4632-9CC6-A5EBF6022943}">
      <dgm:prSet/>
      <dgm:spPr/>
      <dgm:t>
        <a:bodyPr/>
        <a:lstStyle/>
        <a:p>
          <a:endParaRPr lang="en-US"/>
        </a:p>
      </dgm:t>
    </dgm:pt>
    <dgm:pt modelId="{46FCD732-6EAC-4D0C-AF5D-B141B9C58BC1}" type="sibTrans" cxnId="{A16A8C32-FC62-4632-9CC6-A5EBF6022943}">
      <dgm:prSet/>
      <dgm:spPr/>
      <dgm:t>
        <a:bodyPr/>
        <a:lstStyle/>
        <a:p>
          <a:endParaRPr lang="en-US"/>
        </a:p>
      </dgm:t>
    </dgm:pt>
    <dgm:pt modelId="{FF14A11B-442A-4A7E-AF05-1C588652DEF1}">
      <dgm:prSet/>
      <dgm:spPr/>
      <dgm:t>
        <a:bodyPr/>
        <a:lstStyle/>
        <a:p>
          <a:r>
            <a:rPr lang="fr-FR"/>
            <a:t>Réservation</a:t>
          </a:r>
          <a:endParaRPr lang="en-US"/>
        </a:p>
      </dgm:t>
    </dgm:pt>
    <dgm:pt modelId="{0932A495-99F0-41A4-82DA-D08E868459D6}" type="parTrans" cxnId="{A6721A39-3A91-468D-A632-6BCB060A7B79}">
      <dgm:prSet/>
      <dgm:spPr/>
      <dgm:t>
        <a:bodyPr/>
        <a:lstStyle/>
        <a:p>
          <a:endParaRPr lang="en-US"/>
        </a:p>
      </dgm:t>
    </dgm:pt>
    <dgm:pt modelId="{141FAE67-0C50-44B8-97AA-283EB103D0BC}" type="sibTrans" cxnId="{A6721A39-3A91-468D-A632-6BCB060A7B79}">
      <dgm:prSet/>
      <dgm:spPr/>
      <dgm:t>
        <a:bodyPr/>
        <a:lstStyle/>
        <a:p>
          <a:endParaRPr lang="en-US"/>
        </a:p>
      </dgm:t>
    </dgm:pt>
    <dgm:pt modelId="{03D08784-2AE1-408B-999E-72ECA485F159}">
      <dgm:prSet/>
      <dgm:spPr/>
      <dgm:t>
        <a:bodyPr/>
        <a:lstStyle/>
        <a:p>
          <a:r>
            <a:rPr lang="fr-FR"/>
            <a:t>Contact</a:t>
          </a:r>
          <a:endParaRPr lang="en-US"/>
        </a:p>
      </dgm:t>
    </dgm:pt>
    <dgm:pt modelId="{23946C89-6BC4-4210-BF28-812D773A810B}" type="parTrans" cxnId="{8D8C5A01-D030-4CFE-84DF-0A3EC6BA24DD}">
      <dgm:prSet/>
      <dgm:spPr/>
      <dgm:t>
        <a:bodyPr/>
        <a:lstStyle/>
        <a:p>
          <a:endParaRPr lang="en-US"/>
        </a:p>
      </dgm:t>
    </dgm:pt>
    <dgm:pt modelId="{4A8F3512-4AAB-4C0A-AD11-EFC661E88B0F}" type="sibTrans" cxnId="{8D8C5A01-D030-4CFE-84DF-0A3EC6BA24DD}">
      <dgm:prSet/>
      <dgm:spPr/>
      <dgm:t>
        <a:bodyPr/>
        <a:lstStyle/>
        <a:p>
          <a:endParaRPr lang="en-US"/>
        </a:p>
      </dgm:t>
    </dgm:pt>
    <dgm:pt modelId="{78748373-069E-4458-8B98-D02B89CA8BA8}">
      <dgm:prSet/>
      <dgm:spPr/>
      <dgm:t>
        <a:bodyPr/>
        <a:lstStyle/>
        <a:p>
          <a:r>
            <a:rPr lang="fr-FR"/>
            <a:t>Ou sommes-nous</a:t>
          </a:r>
          <a:endParaRPr lang="en-US"/>
        </a:p>
      </dgm:t>
    </dgm:pt>
    <dgm:pt modelId="{8C4BD3CA-B617-47A0-9FED-6264094B5CF6}" type="parTrans" cxnId="{4A319348-79E6-4932-9E31-DCDF083BC2F9}">
      <dgm:prSet/>
      <dgm:spPr/>
      <dgm:t>
        <a:bodyPr/>
        <a:lstStyle/>
        <a:p>
          <a:endParaRPr lang="en-US"/>
        </a:p>
      </dgm:t>
    </dgm:pt>
    <dgm:pt modelId="{D52F23D8-19B8-4524-BFC0-E1FF58832928}" type="sibTrans" cxnId="{4A319348-79E6-4932-9E31-DCDF083BC2F9}">
      <dgm:prSet/>
      <dgm:spPr/>
      <dgm:t>
        <a:bodyPr/>
        <a:lstStyle/>
        <a:p>
          <a:endParaRPr lang="en-US"/>
        </a:p>
      </dgm:t>
    </dgm:pt>
    <dgm:pt modelId="{526D995D-D8B6-4570-AB89-4AB12C382244}" type="pres">
      <dgm:prSet presAssocID="{6724C499-3755-454B-8D9B-AA89548C4A7C}" presName="Name0" presStyleCnt="0">
        <dgm:presLayoutVars>
          <dgm:dir/>
          <dgm:animLvl val="lvl"/>
          <dgm:resizeHandles val="exact"/>
        </dgm:presLayoutVars>
      </dgm:prSet>
      <dgm:spPr/>
    </dgm:pt>
    <dgm:pt modelId="{4DBF0B94-4AE3-47CF-976B-F053689E9C4C}" type="pres">
      <dgm:prSet presAssocID="{DF5FC3C0-70F9-489D-90EE-E8248D6656ED}" presName="linNode" presStyleCnt="0"/>
      <dgm:spPr/>
    </dgm:pt>
    <dgm:pt modelId="{16A0CFB2-7B64-440A-B3ED-BF44A3888E6B}" type="pres">
      <dgm:prSet presAssocID="{DF5FC3C0-70F9-489D-90EE-E8248D6656ED}" presName="parentText" presStyleLbl="node1" presStyleIdx="0" presStyleCnt="5" custLinFactY="-56022" custLinFactNeighborX="0" custLinFactNeighborY="-100000">
        <dgm:presLayoutVars>
          <dgm:chMax val="1"/>
          <dgm:bulletEnabled val="1"/>
        </dgm:presLayoutVars>
      </dgm:prSet>
      <dgm:spPr/>
    </dgm:pt>
    <dgm:pt modelId="{66DA1247-6CA5-4476-9BD3-6FAB1D082F25}" type="pres">
      <dgm:prSet presAssocID="{6223B2E8-228E-4D93-9C05-06E245C43F82}" presName="sp" presStyleCnt="0"/>
      <dgm:spPr/>
    </dgm:pt>
    <dgm:pt modelId="{84325322-51F9-44A6-8062-1DA1ADA5AB93}" type="pres">
      <dgm:prSet presAssocID="{83BA5E38-9461-4ADE-848E-CAD7FCB9E7B2}" presName="linNode" presStyleCnt="0"/>
      <dgm:spPr/>
    </dgm:pt>
    <dgm:pt modelId="{AA140AD2-B8A3-4D2A-8C11-ABC663A135C8}" type="pres">
      <dgm:prSet presAssocID="{83BA5E38-9461-4ADE-848E-CAD7FCB9E7B2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F033B55D-2A95-45AE-8394-53BA88F5E0A7}" type="pres">
      <dgm:prSet presAssocID="{46FCD732-6EAC-4D0C-AF5D-B141B9C58BC1}" presName="sp" presStyleCnt="0"/>
      <dgm:spPr/>
    </dgm:pt>
    <dgm:pt modelId="{81E78BEB-ACF1-49E8-822B-AAC35B377326}" type="pres">
      <dgm:prSet presAssocID="{FF14A11B-442A-4A7E-AF05-1C588652DEF1}" presName="linNode" presStyleCnt="0"/>
      <dgm:spPr/>
    </dgm:pt>
    <dgm:pt modelId="{8BE1672E-3DAE-42AC-8BB7-9ED4B6D4C175}" type="pres">
      <dgm:prSet presAssocID="{FF14A11B-442A-4A7E-AF05-1C588652DEF1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2FE4EA8A-3FB0-40A1-80E1-AA9488C75B44}" type="pres">
      <dgm:prSet presAssocID="{141FAE67-0C50-44B8-97AA-283EB103D0BC}" presName="sp" presStyleCnt="0"/>
      <dgm:spPr/>
    </dgm:pt>
    <dgm:pt modelId="{87C7E652-81CF-4F8A-B8BF-ACFC59F1B279}" type="pres">
      <dgm:prSet presAssocID="{03D08784-2AE1-408B-999E-72ECA485F159}" presName="linNode" presStyleCnt="0"/>
      <dgm:spPr/>
    </dgm:pt>
    <dgm:pt modelId="{5786B6E8-D4BD-466D-8015-E39096080F0D}" type="pres">
      <dgm:prSet presAssocID="{03D08784-2AE1-408B-999E-72ECA485F159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96820743-F62F-4416-B122-155FA2193B49}" type="pres">
      <dgm:prSet presAssocID="{4A8F3512-4AAB-4C0A-AD11-EFC661E88B0F}" presName="sp" presStyleCnt="0"/>
      <dgm:spPr/>
    </dgm:pt>
    <dgm:pt modelId="{E3965113-438E-455B-A0F1-EAE4B08E5FB2}" type="pres">
      <dgm:prSet presAssocID="{78748373-069E-4458-8B98-D02B89CA8BA8}" presName="linNode" presStyleCnt="0"/>
      <dgm:spPr/>
    </dgm:pt>
    <dgm:pt modelId="{B5E181DC-0389-4BA8-95A0-D4B9B800F76F}" type="pres">
      <dgm:prSet presAssocID="{78748373-069E-4458-8B98-D02B89CA8BA8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8D8C5A01-D030-4CFE-84DF-0A3EC6BA24DD}" srcId="{6724C499-3755-454B-8D9B-AA89548C4A7C}" destId="{03D08784-2AE1-408B-999E-72ECA485F159}" srcOrd="3" destOrd="0" parTransId="{23946C89-6BC4-4210-BF28-812D773A810B}" sibTransId="{4A8F3512-4AAB-4C0A-AD11-EFC661E88B0F}"/>
    <dgm:cxn modelId="{A16A8C32-FC62-4632-9CC6-A5EBF6022943}" srcId="{6724C499-3755-454B-8D9B-AA89548C4A7C}" destId="{83BA5E38-9461-4ADE-848E-CAD7FCB9E7B2}" srcOrd="1" destOrd="0" parTransId="{78A92031-1564-4E34-AC21-3460FEA28D19}" sibTransId="{46FCD732-6EAC-4D0C-AF5D-B141B9C58BC1}"/>
    <dgm:cxn modelId="{A6721A39-3A91-468D-A632-6BCB060A7B79}" srcId="{6724C499-3755-454B-8D9B-AA89548C4A7C}" destId="{FF14A11B-442A-4A7E-AF05-1C588652DEF1}" srcOrd="2" destOrd="0" parTransId="{0932A495-99F0-41A4-82DA-D08E868459D6}" sibTransId="{141FAE67-0C50-44B8-97AA-283EB103D0BC}"/>
    <dgm:cxn modelId="{4A319348-79E6-4932-9E31-DCDF083BC2F9}" srcId="{6724C499-3755-454B-8D9B-AA89548C4A7C}" destId="{78748373-069E-4458-8B98-D02B89CA8BA8}" srcOrd="4" destOrd="0" parTransId="{8C4BD3CA-B617-47A0-9FED-6264094B5CF6}" sibTransId="{D52F23D8-19B8-4524-BFC0-E1FF58832928}"/>
    <dgm:cxn modelId="{D215554D-C4C7-434E-A505-6279EB485D9B}" type="presOf" srcId="{83BA5E38-9461-4ADE-848E-CAD7FCB9E7B2}" destId="{AA140AD2-B8A3-4D2A-8C11-ABC663A135C8}" srcOrd="0" destOrd="0" presId="urn:microsoft.com/office/officeart/2005/8/layout/vList5"/>
    <dgm:cxn modelId="{6FD9D051-5320-481A-A81E-4664A1FC96F2}" type="presOf" srcId="{78748373-069E-4458-8B98-D02B89CA8BA8}" destId="{B5E181DC-0389-4BA8-95A0-D4B9B800F76F}" srcOrd="0" destOrd="0" presId="urn:microsoft.com/office/officeart/2005/8/layout/vList5"/>
    <dgm:cxn modelId="{0F65DF87-C6F4-441D-A40D-3FA6D89CE5DB}" type="presOf" srcId="{FF14A11B-442A-4A7E-AF05-1C588652DEF1}" destId="{8BE1672E-3DAE-42AC-8BB7-9ED4B6D4C175}" srcOrd="0" destOrd="0" presId="urn:microsoft.com/office/officeart/2005/8/layout/vList5"/>
    <dgm:cxn modelId="{34592A9A-D842-43FE-A6A9-4BEF0D87EDCF}" type="presOf" srcId="{DF5FC3C0-70F9-489D-90EE-E8248D6656ED}" destId="{16A0CFB2-7B64-440A-B3ED-BF44A3888E6B}" srcOrd="0" destOrd="0" presId="urn:microsoft.com/office/officeart/2005/8/layout/vList5"/>
    <dgm:cxn modelId="{3EB26FB6-06EB-44E0-8F8D-E2146C2EB49F}" srcId="{6724C499-3755-454B-8D9B-AA89548C4A7C}" destId="{DF5FC3C0-70F9-489D-90EE-E8248D6656ED}" srcOrd="0" destOrd="0" parTransId="{0F2F9734-9BA9-469D-A35C-E2B4B047CC95}" sibTransId="{6223B2E8-228E-4D93-9C05-06E245C43F82}"/>
    <dgm:cxn modelId="{7ED1BBB8-805E-4B78-91CC-A29F71B351BE}" type="presOf" srcId="{03D08784-2AE1-408B-999E-72ECA485F159}" destId="{5786B6E8-D4BD-466D-8015-E39096080F0D}" srcOrd="0" destOrd="0" presId="urn:microsoft.com/office/officeart/2005/8/layout/vList5"/>
    <dgm:cxn modelId="{FE8E04FE-F2E6-4F93-B0B5-54271F4D263F}" type="presOf" srcId="{6724C499-3755-454B-8D9B-AA89548C4A7C}" destId="{526D995D-D8B6-4570-AB89-4AB12C382244}" srcOrd="0" destOrd="0" presId="urn:microsoft.com/office/officeart/2005/8/layout/vList5"/>
    <dgm:cxn modelId="{9C28473A-4D4C-4920-8E9F-6219AFA37A91}" type="presParOf" srcId="{526D995D-D8B6-4570-AB89-4AB12C382244}" destId="{4DBF0B94-4AE3-47CF-976B-F053689E9C4C}" srcOrd="0" destOrd="0" presId="urn:microsoft.com/office/officeart/2005/8/layout/vList5"/>
    <dgm:cxn modelId="{B16CED5B-3FBB-4AB7-96C9-A451985BFFED}" type="presParOf" srcId="{4DBF0B94-4AE3-47CF-976B-F053689E9C4C}" destId="{16A0CFB2-7B64-440A-B3ED-BF44A3888E6B}" srcOrd="0" destOrd="0" presId="urn:microsoft.com/office/officeart/2005/8/layout/vList5"/>
    <dgm:cxn modelId="{1888A536-CA74-4A19-8AF0-004AD599956C}" type="presParOf" srcId="{526D995D-D8B6-4570-AB89-4AB12C382244}" destId="{66DA1247-6CA5-4476-9BD3-6FAB1D082F25}" srcOrd="1" destOrd="0" presId="urn:microsoft.com/office/officeart/2005/8/layout/vList5"/>
    <dgm:cxn modelId="{0FE3E23A-4081-415A-8B42-F23353EA9EEA}" type="presParOf" srcId="{526D995D-D8B6-4570-AB89-4AB12C382244}" destId="{84325322-51F9-44A6-8062-1DA1ADA5AB93}" srcOrd="2" destOrd="0" presId="urn:microsoft.com/office/officeart/2005/8/layout/vList5"/>
    <dgm:cxn modelId="{360C8F81-6E20-4FA6-9E9E-9A4D1FE52D7F}" type="presParOf" srcId="{84325322-51F9-44A6-8062-1DA1ADA5AB93}" destId="{AA140AD2-B8A3-4D2A-8C11-ABC663A135C8}" srcOrd="0" destOrd="0" presId="urn:microsoft.com/office/officeart/2005/8/layout/vList5"/>
    <dgm:cxn modelId="{5C3B46A7-6207-4F63-BCB8-D65D58624686}" type="presParOf" srcId="{526D995D-D8B6-4570-AB89-4AB12C382244}" destId="{F033B55D-2A95-45AE-8394-53BA88F5E0A7}" srcOrd="3" destOrd="0" presId="urn:microsoft.com/office/officeart/2005/8/layout/vList5"/>
    <dgm:cxn modelId="{B9B6E82C-42F9-414C-B830-4831E61D1837}" type="presParOf" srcId="{526D995D-D8B6-4570-AB89-4AB12C382244}" destId="{81E78BEB-ACF1-49E8-822B-AAC35B377326}" srcOrd="4" destOrd="0" presId="urn:microsoft.com/office/officeart/2005/8/layout/vList5"/>
    <dgm:cxn modelId="{E0DCB59D-826B-406A-A1B9-32795CE27E4D}" type="presParOf" srcId="{81E78BEB-ACF1-49E8-822B-AAC35B377326}" destId="{8BE1672E-3DAE-42AC-8BB7-9ED4B6D4C175}" srcOrd="0" destOrd="0" presId="urn:microsoft.com/office/officeart/2005/8/layout/vList5"/>
    <dgm:cxn modelId="{C201A927-74FF-4B5D-9147-9C21F6B4D368}" type="presParOf" srcId="{526D995D-D8B6-4570-AB89-4AB12C382244}" destId="{2FE4EA8A-3FB0-40A1-80E1-AA9488C75B44}" srcOrd="5" destOrd="0" presId="urn:microsoft.com/office/officeart/2005/8/layout/vList5"/>
    <dgm:cxn modelId="{E1E194E9-CCE8-4E1C-83C9-A0F3057A3644}" type="presParOf" srcId="{526D995D-D8B6-4570-AB89-4AB12C382244}" destId="{87C7E652-81CF-4F8A-B8BF-ACFC59F1B279}" srcOrd="6" destOrd="0" presId="urn:microsoft.com/office/officeart/2005/8/layout/vList5"/>
    <dgm:cxn modelId="{DD3A9BB0-72D8-4B86-B784-61535ED37AFA}" type="presParOf" srcId="{87C7E652-81CF-4F8A-B8BF-ACFC59F1B279}" destId="{5786B6E8-D4BD-466D-8015-E39096080F0D}" srcOrd="0" destOrd="0" presId="urn:microsoft.com/office/officeart/2005/8/layout/vList5"/>
    <dgm:cxn modelId="{A5B5CB7B-6FA0-46EF-8EDB-363DD9435399}" type="presParOf" srcId="{526D995D-D8B6-4570-AB89-4AB12C382244}" destId="{96820743-F62F-4416-B122-155FA2193B49}" srcOrd="7" destOrd="0" presId="urn:microsoft.com/office/officeart/2005/8/layout/vList5"/>
    <dgm:cxn modelId="{0B977F38-D322-4754-9ED3-24E93312B4EC}" type="presParOf" srcId="{526D995D-D8B6-4570-AB89-4AB12C382244}" destId="{E3965113-438E-455B-A0F1-EAE4B08E5FB2}" srcOrd="8" destOrd="0" presId="urn:microsoft.com/office/officeart/2005/8/layout/vList5"/>
    <dgm:cxn modelId="{FE76FB43-7E4C-4EFC-8309-9F1BA2A021E2}" type="presParOf" srcId="{E3965113-438E-455B-A0F1-EAE4B08E5FB2}" destId="{B5E181DC-0389-4BA8-95A0-D4B9B800F76F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A0E15F-ECBA-402B-88EA-A662AEAA1A67}">
      <dsp:nvSpPr>
        <dsp:cNvPr id="0" name=""/>
        <dsp:cNvSpPr/>
      </dsp:nvSpPr>
      <dsp:spPr>
        <a:xfrm>
          <a:off x="0" y="563"/>
          <a:ext cx="65252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B35555-46F7-466B-B4E0-3724CBEFE251}">
      <dsp:nvSpPr>
        <dsp:cNvPr id="0" name=""/>
        <dsp:cNvSpPr/>
      </dsp:nvSpPr>
      <dsp:spPr>
        <a:xfrm>
          <a:off x="0" y="563"/>
          <a:ext cx="6525220" cy="923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/>
            <a:t>Présentation générale</a:t>
          </a:r>
          <a:endParaRPr lang="en-US" sz="3200" kern="1200"/>
        </a:p>
      </dsp:txBody>
      <dsp:txXfrm>
        <a:off x="0" y="563"/>
        <a:ext cx="6525220" cy="923144"/>
      </dsp:txXfrm>
    </dsp:sp>
    <dsp:sp modelId="{9BD9AA74-B5E9-4DE5-8F1E-254C21BE6398}">
      <dsp:nvSpPr>
        <dsp:cNvPr id="0" name=""/>
        <dsp:cNvSpPr/>
      </dsp:nvSpPr>
      <dsp:spPr>
        <a:xfrm>
          <a:off x="0" y="923707"/>
          <a:ext cx="65252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6821FD-6FEB-482D-BE5F-516866761B6E}">
      <dsp:nvSpPr>
        <dsp:cNvPr id="0" name=""/>
        <dsp:cNvSpPr/>
      </dsp:nvSpPr>
      <dsp:spPr>
        <a:xfrm>
          <a:off x="0" y="923707"/>
          <a:ext cx="6525220" cy="923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/>
            <a:t>Présentation de la maquette</a:t>
          </a:r>
          <a:endParaRPr lang="en-US" sz="3200" kern="1200"/>
        </a:p>
      </dsp:txBody>
      <dsp:txXfrm>
        <a:off x="0" y="923707"/>
        <a:ext cx="6525220" cy="923144"/>
      </dsp:txXfrm>
    </dsp:sp>
    <dsp:sp modelId="{596D8702-94A7-43F6-B369-8775A9A7DB07}">
      <dsp:nvSpPr>
        <dsp:cNvPr id="0" name=""/>
        <dsp:cNvSpPr/>
      </dsp:nvSpPr>
      <dsp:spPr>
        <a:xfrm>
          <a:off x="0" y="1846852"/>
          <a:ext cx="65252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F708F3-8DCF-49DF-A4F7-142E694E7BDB}">
      <dsp:nvSpPr>
        <dsp:cNvPr id="0" name=""/>
        <dsp:cNvSpPr/>
      </dsp:nvSpPr>
      <dsp:spPr>
        <a:xfrm>
          <a:off x="0" y="1846852"/>
          <a:ext cx="6525220" cy="923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/>
            <a:t>Présentation détaillée de la maquette</a:t>
          </a:r>
          <a:endParaRPr lang="en-US" sz="3200" kern="1200"/>
        </a:p>
      </dsp:txBody>
      <dsp:txXfrm>
        <a:off x="0" y="1846852"/>
        <a:ext cx="6525220" cy="923144"/>
      </dsp:txXfrm>
    </dsp:sp>
    <dsp:sp modelId="{602407B3-27D6-446D-BD9F-7DB53D5C2D8D}">
      <dsp:nvSpPr>
        <dsp:cNvPr id="0" name=""/>
        <dsp:cNvSpPr/>
      </dsp:nvSpPr>
      <dsp:spPr>
        <a:xfrm>
          <a:off x="0" y="2769996"/>
          <a:ext cx="65252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19752F-4A89-4D99-8624-8F07E845F779}">
      <dsp:nvSpPr>
        <dsp:cNvPr id="0" name=""/>
        <dsp:cNvSpPr/>
      </dsp:nvSpPr>
      <dsp:spPr>
        <a:xfrm>
          <a:off x="0" y="2769996"/>
          <a:ext cx="6525220" cy="923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Mise en application de la maquette</a:t>
          </a:r>
          <a:endParaRPr lang="en-US" sz="3200" kern="1200" dirty="0"/>
        </a:p>
      </dsp:txBody>
      <dsp:txXfrm>
        <a:off x="0" y="2769996"/>
        <a:ext cx="6525220" cy="923144"/>
      </dsp:txXfrm>
    </dsp:sp>
    <dsp:sp modelId="{B21F4411-9C30-4A13-9C7F-B8745FEE38EA}">
      <dsp:nvSpPr>
        <dsp:cNvPr id="0" name=""/>
        <dsp:cNvSpPr/>
      </dsp:nvSpPr>
      <dsp:spPr>
        <a:xfrm>
          <a:off x="0" y="3693141"/>
          <a:ext cx="65252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CF140E-FBF4-4046-BD37-E6A4694E7112}">
      <dsp:nvSpPr>
        <dsp:cNvPr id="0" name=""/>
        <dsp:cNvSpPr/>
      </dsp:nvSpPr>
      <dsp:spPr>
        <a:xfrm>
          <a:off x="0" y="3693141"/>
          <a:ext cx="6525220" cy="923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/>
            <a:t>Conclusion</a:t>
          </a:r>
          <a:endParaRPr lang="en-US" sz="3200" kern="1200"/>
        </a:p>
      </dsp:txBody>
      <dsp:txXfrm>
        <a:off x="0" y="3693141"/>
        <a:ext cx="6525220" cy="9231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BF1903-A8A0-47DB-A7CB-0223C1301A7D}">
      <dsp:nvSpPr>
        <dsp:cNvPr id="0" name=""/>
        <dsp:cNvSpPr/>
      </dsp:nvSpPr>
      <dsp:spPr>
        <a:xfrm>
          <a:off x="33945" y="1464204"/>
          <a:ext cx="820241" cy="8202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08E83C-81CC-499B-A44C-C4964EC059DB}">
      <dsp:nvSpPr>
        <dsp:cNvPr id="0" name=""/>
        <dsp:cNvSpPr/>
      </dsp:nvSpPr>
      <dsp:spPr>
        <a:xfrm>
          <a:off x="206195" y="1636455"/>
          <a:ext cx="475739" cy="4757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99B14E-F088-4E23-B6AE-BC54F8EB2DF9}">
      <dsp:nvSpPr>
        <dsp:cNvPr id="0" name=""/>
        <dsp:cNvSpPr/>
      </dsp:nvSpPr>
      <dsp:spPr>
        <a:xfrm>
          <a:off x="1029952" y="1464204"/>
          <a:ext cx="1933425" cy="82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5 Pages</a:t>
          </a:r>
          <a:endParaRPr lang="en-US" sz="2400" kern="1200" dirty="0"/>
        </a:p>
      </dsp:txBody>
      <dsp:txXfrm>
        <a:off x="1029952" y="1464204"/>
        <a:ext cx="1933425" cy="820241"/>
      </dsp:txXfrm>
    </dsp:sp>
    <dsp:sp modelId="{7E4CA7A3-EB6C-4F74-B92F-82D97F57451A}">
      <dsp:nvSpPr>
        <dsp:cNvPr id="0" name=""/>
        <dsp:cNvSpPr/>
      </dsp:nvSpPr>
      <dsp:spPr>
        <a:xfrm>
          <a:off x="3300262" y="1464204"/>
          <a:ext cx="820241" cy="8202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A47B86-4E67-49EF-BFF5-0E38FAEF0CCA}">
      <dsp:nvSpPr>
        <dsp:cNvPr id="0" name=""/>
        <dsp:cNvSpPr/>
      </dsp:nvSpPr>
      <dsp:spPr>
        <a:xfrm>
          <a:off x="3472512" y="1636455"/>
          <a:ext cx="475739" cy="4757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A02987-E992-4C20-91E5-A456F622ED06}">
      <dsp:nvSpPr>
        <dsp:cNvPr id="0" name=""/>
        <dsp:cNvSpPr/>
      </dsp:nvSpPr>
      <dsp:spPr>
        <a:xfrm>
          <a:off x="4296269" y="1464204"/>
          <a:ext cx="1933425" cy="82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Barre de recherche</a:t>
          </a:r>
          <a:endParaRPr lang="en-US" sz="2400" kern="1200"/>
        </a:p>
      </dsp:txBody>
      <dsp:txXfrm>
        <a:off x="4296269" y="1464204"/>
        <a:ext cx="1933425" cy="820241"/>
      </dsp:txXfrm>
    </dsp:sp>
    <dsp:sp modelId="{65476CB5-3131-4773-A778-0F0EF97B7F61}">
      <dsp:nvSpPr>
        <dsp:cNvPr id="0" name=""/>
        <dsp:cNvSpPr/>
      </dsp:nvSpPr>
      <dsp:spPr>
        <a:xfrm>
          <a:off x="33945" y="3220242"/>
          <a:ext cx="820241" cy="8202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1A695D-BAF1-4BC1-B587-4D6A18CEA7C9}">
      <dsp:nvSpPr>
        <dsp:cNvPr id="0" name=""/>
        <dsp:cNvSpPr/>
      </dsp:nvSpPr>
      <dsp:spPr>
        <a:xfrm>
          <a:off x="206195" y="3392493"/>
          <a:ext cx="475739" cy="4757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44A010-46DE-4426-810D-A295AE339C90}">
      <dsp:nvSpPr>
        <dsp:cNvPr id="0" name=""/>
        <dsp:cNvSpPr/>
      </dsp:nvSpPr>
      <dsp:spPr>
        <a:xfrm>
          <a:off x="1029952" y="3220242"/>
          <a:ext cx="1933425" cy="82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Modernité</a:t>
          </a:r>
          <a:endParaRPr lang="en-US" sz="2400" kern="1200"/>
        </a:p>
      </dsp:txBody>
      <dsp:txXfrm>
        <a:off x="1029952" y="3220242"/>
        <a:ext cx="1933425" cy="820241"/>
      </dsp:txXfrm>
    </dsp:sp>
    <dsp:sp modelId="{F1824975-16E0-4D5A-A5A3-27EE29790BC2}">
      <dsp:nvSpPr>
        <dsp:cNvPr id="0" name=""/>
        <dsp:cNvSpPr/>
      </dsp:nvSpPr>
      <dsp:spPr>
        <a:xfrm>
          <a:off x="3300262" y="3220242"/>
          <a:ext cx="820241" cy="82024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D94F44-239A-45E4-B097-DD6BC10742AC}">
      <dsp:nvSpPr>
        <dsp:cNvPr id="0" name=""/>
        <dsp:cNvSpPr/>
      </dsp:nvSpPr>
      <dsp:spPr>
        <a:xfrm>
          <a:off x="3472512" y="3392493"/>
          <a:ext cx="475739" cy="4757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08379E-B175-41EB-A657-15F2528369A8}">
      <dsp:nvSpPr>
        <dsp:cNvPr id="0" name=""/>
        <dsp:cNvSpPr/>
      </dsp:nvSpPr>
      <dsp:spPr>
        <a:xfrm>
          <a:off x="4296269" y="3220242"/>
          <a:ext cx="1933425" cy="820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Logo sur mesure</a:t>
          </a:r>
          <a:endParaRPr lang="en-US" sz="2400" kern="1200"/>
        </a:p>
      </dsp:txBody>
      <dsp:txXfrm>
        <a:off x="4296269" y="3220242"/>
        <a:ext cx="1933425" cy="8202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A0CFB2-7B64-440A-B3ED-BF44A3888E6B}">
      <dsp:nvSpPr>
        <dsp:cNvPr id="0" name=""/>
        <dsp:cNvSpPr/>
      </dsp:nvSpPr>
      <dsp:spPr>
        <a:xfrm>
          <a:off x="3364992" y="0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700" kern="1200" dirty="0"/>
            <a:t>Accueil</a:t>
          </a:r>
          <a:endParaRPr lang="en-US" sz="3700" kern="1200" dirty="0"/>
        </a:p>
      </dsp:txBody>
      <dsp:txXfrm>
        <a:off x="3405805" y="40813"/>
        <a:ext cx="3703990" cy="754434"/>
      </dsp:txXfrm>
    </dsp:sp>
    <dsp:sp modelId="{AA140AD2-B8A3-4D2A-8C11-ABC663A135C8}">
      <dsp:nvSpPr>
        <dsp:cNvPr id="0" name=""/>
        <dsp:cNvSpPr/>
      </dsp:nvSpPr>
      <dsp:spPr>
        <a:xfrm>
          <a:off x="3364992" y="879775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700" kern="1200" dirty="0"/>
            <a:t>Programmes</a:t>
          </a:r>
          <a:endParaRPr lang="en-US" sz="3700" kern="1200" dirty="0"/>
        </a:p>
      </dsp:txBody>
      <dsp:txXfrm>
        <a:off x="3405805" y="920588"/>
        <a:ext cx="3703990" cy="754434"/>
      </dsp:txXfrm>
    </dsp:sp>
    <dsp:sp modelId="{8BE1672E-3DAE-42AC-8BB7-9ED4B6D4C175}">
      <dsp:nvSpPr>
        <dsp:cNvPr id="0" name=""/>
        <dsp:cNvSpPr/>
      </dsp:nvSpPr>
      <dsp:spPr>
        <a:xfrm>
          <a:off x="3364992" y="1757638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700" kern="1200"/>
            <a:t>Réservation</a:t>
          </a:r>
          <a:endParaRPr lang="en-US" sz="3700" kern="1200"/>
        </a:p>
      </dsp:txBody>
      <dsp:txXfrm>
        <a:off x="3405805" y="1798451"/>
        <a:ext cx="3703990" cy="754434"/>
      </dsp:txXfrm>
    </dsp:sp>
    <dsp:sp modelId="{5786B6E8-D4BD-466D-8015-E39096080F0D}">
      <dsp:nvSpPr>
        <dsp:cNvPr id="0" name=""/>
        <dsp:cNvSpPr/>
      </dsp:nvSpPr>
      <dsp:spPr>
        <a:xfrm>
          <a:off x="3364992" y="2635502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700" kern="1200"/>
            <a:t>Contact</a:t>
          </a:r>
          <a:endParaRPr lang="en-US" sz="3700" kern="1200"/>
        </a:p>
      </dsp:txBody>
      <dsp:txXfrm>
        <a:off x="3405805" y="2676315"/>
        <a:ext cx="3703990" cy="754434"/>
      </dsp:txXfrm>
    </dsp:sp>
    <dsp:sp modelId="{B5E181DC-0389-4BA8-95A0-D4B9B800F76F}">
      <dsp:nvSpPr>
        <dsp:cNvPr id="0" name=""/>
        <dsp:cNvSpPr/>
      </dsp:nvSpPr>
      <dsp:spPr>
        <a:xfrm>
          <a:off x="3364992" y="3513365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700" kern="1200"/>
            <a:t>Ou sommes-nous</a:t>
          </a:r>
          <a:endParaRPr lang="en-US" sz="3700" kern="1200"/>
        </a:p>
      </dsp:txBody>
      <dsp:txXfrm>
        <a:off x="3405805" y="3554178"/>
        <a:ext cx="3703990" cy="7544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FE1826-0411-4E04-8B2F-97ECCD403F55}" type="datetimeFigureOut">
              <a:rPr lang="fr-FR" smtClean="0"/>
              <a:t>15/04/2022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22755-011A-487A-9163-1F4F6BFD59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9337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r.tuto.com/css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fr.tuto.com/blog/2020/10/css.htm" TargetMode="External"/><Relationship Id="rId4" Type="http://schemas.openxmlformats.org/officeDocument/2006/relationships/hyperlink" Target="https://fr.tuto.com/html/" TargetMode="External"/></Relationships>
</file>

<file path=ppt/notesSlides/_rels/notes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kinsta.com/fr/blog/pourquoi-utiliser-wordpress/#manageable" TargetMode="External"/><Relationship Id="rId3" Type="http://schemas.openxmlformats.org/officeDocument/2006/relationships/hyperlink" Target="https://kinsta.com/fr/blog/pourquoi-utiliser-wordpress/#free-open-source" TargetMode="External"/><Relationship Id="rId7" Type="http://schemas.openxmlformats.org/officeDocument/2006/relationships/hyperlink" Target="https://kinsta.com/fr/blog/pourquoi-utiliser-wordpress/#scale" TargetMode="External"/><Relationship Id="rId12" Type="http://schemas.openxmlformats.org/officeDocument/2006/relationships/hyperlink" Target="https://kinsta.com/fr/blog/pourquoi-utiliser-wordpress/#popular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kinsta.com/fr/blog/pourquoi-utiliser-wordpress/#easy-to-learn" TargetMode="External"/><Relationship Id="rId11" Type="http://schemas.openxmlformats.org/officeDocument/2006/relationships/hyperlink" Target="https://kinsta.com/fr/blog/pourquoi-utiliser-wordpress/#blogging" TargetMode="External"/><Relationship Id="rId5" Type="http://schemas.openxmlformats.org/officeDocument/2006/relationships/hyperlink" Target="https://kinsta.com/fr/blog/pourquoi-utiliser-wordpress/#media-types" TargetMode="External"/><Relationship Id="rId10" Type="http://schemas.openxmlformats.org/officeDocument/2006/relationships/hyperlink" Target="https://kinsta.com/fr/blog/pourquoi-utiliser-wordpress/#full-control" TargetMode="External"/><Relationship Id="rId4" Type="http://schemas.openxmlformats.org/officeDocument/2006/relationships/hyperlink" Target="https://kinsta.com/fr/blog/pourquoi-utiliser-wordpress/#adapts" TargetMode="External"/><Relationship Id="rId9" Type="http://schemas.openxmlformats.org/officeDocument/2006/relationships/hyperlink" Target="https://kinsta.com/fr/blog/pourquoi-utiliser-wordpress/#seo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b="1" i="0" dirty="0">
                <a:solidFill>
                  <a:srgbClr val="323232"/>
                </a:solidFill>
                <a:effectLst/>
                <a:latin typeface="Lato" panose="020F0502020204030203" pitchFamily="34" charset="0"/>
              </a:rPr>
              <a:t>Le </a:t>
            </a:r>
            <a:r>
              <a:rPr lang="fr-FR" b="1" i="0" u="none" strike="noStrike" dirty="0">
                <a:solidFill>
                  <a:srgbClr val="00A9F0"/>
                </a:solidFill>
                <a:effectLst/>
                <a:latin typeface="Lato" panose="020F0502020204030203" pitchFamily="34" charset="0"/>
                <a:hlinkClick r:id="rId3"/>
              </a:rPr>
              <a:t>CSS</a:t>
            </a:r>
            <a:r>
              <a:rPr lang="fr-FR" b="0" i="0" dirty="0">
                <a:solidFill>
                  <a:srgbClr val="323232"/>
                </a:solidFill>
                <a:effectLst/>
                <a:latin typeface="Lato" panose="020F0502020204030203" pitchFamily="34" charset="0"/>
              </a:rPr>
              <a:t> est le langage informatique pour mettre en forme une page internet.</a:t>
            </a:r>
            <a:endParaRPr lang="fr-FR" b="0" i="0" dirty="0">
              <a:solidFill>
                <a:srgbClr val="555555"/>
              </a:solidFill>
              <a:effectLst/>
              <a:latin typeface="Lato" panose="020F0502020204030203" pitchFamily="34" charset="0"/>
            </a:endParaRPr>
          </a:p>
          <a:p>
            <a:pPr algn="l"/>
            <a:r>
              <a:rPr lang="fr-FR" b="1" i="0" dirty="0">
                <a:solidFill>
                  <a:srgbClr val="323232"/>
                </a:solidFill>
                <a:effectLst/>
                <a:latin typeface="Lato" panose="020F0502020204030203" pitchFamily="34" charset="0"/>
              </a:rPr>
              <a:t>L’</a:t>
            </a:r>
            <a:r>
              <a:rPr lang="fr-FR" b="1" i="0" u="none" strike="noStrike" dirty="0">
                <a:solidFill>
                  <a:srgbClr val="00A9F0"/>
                </a:solidFill>
                <a:effectLst/>
                <a:latin typeface="Lato" panose="020F0502020204030203" pitchFamily="34" charset="0"/>
                <a:hlinkClick r:id="rId4"/>
              </a:rPr>
              <a:t>HTML</a:t>
            </a:r>
            <a:r>
              <a:rPr lang="fr-FR" b="0" i="0" dirty="0">
                <a:solidFill>
                  <a:srgbClr val="323232"/>
                </a:solidFill>
                <a:effectLst/>
                <a:latin typeface="Lato" panose="020F0502020204030203" pitchFamily="34" charset="0"/>
              </a:rPr>
              <a:t> est le code qui structure et organise une page web.</a:t>
            </a:r>
            <a:endParaRPr lang="fr-FR" b="0" i="0" dirty="0">
              <a:solidFill>
                <a:srgbClr val="555555"/>
              </a:solidFill>
              <a:effectLst/>
              <a:latin typeface="Lato" panose="020F0502020204030203" pitchFamily="34" charset="0"/>
            </a:endParaRPr>
          </a:p>
          <a:p>
            <a:r>
              <a:rPr lang="fr-FR" b="0" i="0" dirty="0">
                <a:solidFill>
                  <a:srgbClr val="333333"/>
                </a:solidFill>
                <a:effectLst/>
                <a:latin typeface="-apple-system"/>
              </a:rPr>
              <a:t>Bootstrap est un </a:t>
            </a:r>
            <a:r>
              <a:rPr lang="fr-FR" b="0" i="0" dirty="0" err="1">
                <a:solidFill>
                  <a:srgbClr val="333333"/>
                </a:solidFill>
                <a:effectLst/>
                <a:latin typeface="-apple-system"/>
              </a:rPr>
              <a:t>framework</a:t>
            </a:r>
            <a:r>
              <a:rPr lang="fr-FR" b="0" i="0" dirty="0">
                <a:solidFill>
                  <a:srgbClr val="333333"/>
                </a:solidFill>
                <a:effectLst/>
                <a:latin typeface="-apple-system"/>
              </a:rPr>
              <a:t> CSS. Un </a:t>
            </a:r>
            <a:r>
              <a:rPr lang="fr-FR" b="0" i="0" dirty="0" err="1">
                <a:solidFill>
                  <a:srgbClr val="333333"/>
                </a:solidFill>
                <a:effectLst/>
                <a:latin typeface="-apple-system"/>
              </a:rPr>
              <a:t>framework</a:t>
            </a:r>
            <a:r>
              <a:rPr lang="fr-FR" b="0" i="0" dirty="0">
                <a:solidFill>
                  <a:srgbClr val="333333"/>
                </a:solidFill>
                <a:effectLst/>
                <a:latin typeface="-apple-system"/>
              </a:rPr>
              <a:t> correspond à un ensemble de librairies regroupées dans un but précis et possédant des règles internes que doivent suivre les utilisateurs.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Css</a:t>
            </a:r>
            <a:r>
              <a:rPr lang="fr-FR" dirty="0"/>
              <a:t> : </a:t>
            </a:r>
            <a:r>
              <a:rPr lang="fr-FR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 </a:t>
            </a:r>
            <a:r>
              <a:rPr lang="fr-FR" b="1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langage informatique incontournable</a:t>
            </a:r>
            <a:r>
              <a:rPr lang="fr-FR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 pour la mise en forme des pages sur internet.</a:t>
            </a:r>
          </a:p>
          <a:p>
            <a:endParaRPr lang="fr-FR" b="0" i="0" dirty="0">
              <a:solidFill>
                <a:srgbClr val="555555"/>
              </a:solidFill>
              <a:effectLst/>
              <a:latin typeface="Lato" panose="020F0502020204030203" pitchFamily="34" charset="0"/>
            </a:endParaRPr>
          </a:p>
          <a:p>
            <a:pPr algn="l"/>
            <a:r>
              <a:rPr lang="fr-FR" b="0" i="0" dirty="0">
                <a:solidFill>
                  <a:srgbClr val="323232"/>
                </a:solidFill>
                <a:effectLst/>
                <a:latin typeface="Lato" panose="020F0502020204030203" pitchFamily="34" charset="0"/>
              </a:rPr>
              <a:t>Bootstrap : Le but de Bootstrap est de permettre, par exemple, de </a:t>
            </a:r>
            <a:r>
              <a:rPr lang="fr-FR" b="1" i="0" dirty="0">
                <a:solidFill>
                  <a:srgbClr val="323232"/>
                </a:solidFill>
                <a:effectLst/>
                <a:latin typeface="Lato" panose="020F0502020204030203" pitchFamily="34" charset="0"/>
              </a:rPr>
              <a:t>rendre facilement un site responsive design</a:t>
            </a:r>
            <a:r>
              <a:rPr lang="fr-FR" b="0" i="0" dirty="0">
                <a:solidFill>
                  <a:srgbClr val="323232"/>
                </a:solidFill>
                <a:effectLst/>
                <a:latin typeface="Lato" panose="020F0502020204030203" pitchFamily="34" charset="0"/>
              </a:rPr>
              <a:t> (adapté à tous les écrans : ordinateur, mobile, tablettes) </a:t>
            </a:r>
            <a:r>
              <a:rPr lang="fr-FR" b="1" i="0" dirty="0">
                <a:solidFill>
                  <a:srgbClr val="323232"/>
                </a:solidFill>
                <a:effectLst/>
                <a:latin typeface="Lato" panose="020F0502020204030203" pitchFamily="34" charset="0"/>
              </a:rPr>
              <a:t>sans avoir besoin de coder toute la partie </a:t>
            </a:r>
            <a:r>
              <a:rPr lang="fr-FR" b="1" i="0" u="none" strike="noStrike" dirty="0">
                <a:solidFill>
                  <a:srgbClr val="00A9F0"/>
                </a:solidFill>
                <a:effectLst/>
                <a:latin typeface="Lato" panose="020F0502020204030203" pitchFamily="34" charset="0"/>
                <a:hlinkClick r:id="rId5"/>
              </a:rPr>
              <a:t>CSS</a:t>
            </a:r>
            <a:r>
              <a:rPr lang="fr-FR" b="0" i="0" dirty="0">
                <a:solidFill>
                  <a:srgbClr val="323232"/>
                </a:solidFill>
                <a:effectLst/>
                <a:latin typeface="Lato" panose="020F0502020204030203" pitchFamily="34" charset="0"/>
              </a:rPr>
              <a:t>.</a:t>
            </a:r>
            <a:endParaRPr lang="fr-FR" b="0" i="0" dirty="0">
              <a:solidFill>
                <a:srgbClr val="555555"/>
              </a:solidFill>
              <a:effectLst/>
              <a:latin typeface="Lato" panose="020F0502020204030203" pitchFamily="34" charset="0"/>
            </a:endParaRPr>
          </a:p>
          <a:p>
            <a:pPr algn="l"/>
            <a:r>
              <a:rPr lang="fr-FR" b="0" i="0" dirty="0">
                <a:solidFill>
                  <a:srgbClr val="323232"/>
                </a:solidFill>
                <a:effectLst/>
                <a:latin typeface="Lato" panose="020F0502020204030203" pitchFamily="34" charset="0"/>
              </a:rPr>
              <a:t>Le Framework propose </a:t>
            </a:r>
            <a:r>
              <a:rPr lang="fr-FR" b="1" i="0" dirty="0">
                <a:solidFill>
                  <a:srgbClr val="323232"/>
                </a:solidFill>
                <a:effectLst/>
                <a:latin typeface="Lato" panose="020F0502020204030203" pitchFamily="34" charset="0"/>
              </a:rPr>
              <a:t>des modèles en HTML, CSS et JavaScript</a:t>
            </a:r>
            <a:r>
              <a:rPr lang="fr-FR" b="0" i="0" dirty="0">
                <a:solidFill>
                  <a:srgbClr val="323232"/>
                </a:solidFill>
                <a:effectLst/>
                <a:latin typeface="Lato" panose="020F0502020204030203" pitchFamily="34" charset="0"/>
              </a:rPr>
              <a:t>, pour mettre en page des composants de navigations, des boutons, des images, des blocs. Il définit un système de grille qui lui est propre. </a:t>
            </a:r>
            <a:r>
              <a:rPr lang="fr-FR" b="1" i="0" dirty="0">
                <a:solidFill>
                  <a:srgbClr val="323232"/>
                </a:solidFill>
                <a:effectLst/>
                <a:latin typeface="Lato" panose="020F0502020204030203" pitchFamily="34" charset="0"/>
              </a:rPr>
              <a:t>Le Framework vous permet de gagner énormément de temps</a:t>
            </a:r>
            <a:r>
              <a:rPr lang="fr-FR" b="0" i="0" dirty="0">
                <a:solidFill>
                  <a:srgbClr val="323232"/>
                </a:solidFill>
                <a:effectLst/>
                <a:latin typeface="Lato" panose="020F0502020204030203" pitchFamily="34" charset="0"/>
              </a:rPr>
              <a:t>.</a:t>
            </a:r>
            <a:endParaRPr lang="fr-FR" b="0" i="0" dirty="0">
              <a:solidFill>
                <a:srgbClr val="555555"/>
              </a:solidFill>
              <a:effectLst/>
              <a:latin typeface="Lato" panose="020F0502020204030203" pitchFamily="34" charset="0"/>
            </a:endParaRPr>
          </a:p>
          <a:p>
            <a:endParaRPr lang="fr-FR" b="0" i="0" dirty="0">
              <a:solidFill>
                <a:srgbClr val="555555"/>
              </a:solidFill>
              <a:effectLst/>
              <a:latin typeface="Lato" panose="020F0502020204030203" pitchFamily="34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22755-011A-487A-9163-1F4F6BFD59D1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8993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Font typeface="+mj-lt"/>
              <a:buAutoNum type="arabicPeriod"/>
            </a:pPr>
            <a:r>
              <a:rPr lang="fr-FR" b="0" i="0" u="none" strike="noStrike" dirty="0">
                <a:solidFill>
                  <a:srgbClr val="5333ED"/>
                </a:solidFill>
                <a:effectLst/>
                <a:latin typeface="Roboto" panose="02000000000000000000" pitchFamily="2" charset="0"/>
                <a:hlinkClick r:id="rId3"/>
              </a:rPr>
              <a:t>Le logiciel est gratuit et open-source</a:t>
            </a:r>
            <a:endParaRPr lang="fr-FR" b="0" i="0" dirty="0">
              <a:solidFill>
                <a:srgbClr val="6E7076"/>
              </a:solidFill>
              <a:effectLst/>
              <a:latin typeface="Roboto" panose="02000000000000000000" pitchFamily="2" charset="0"/>
            </a:endParaRPr>
          </a:p>
          <a:p>
            <a:pPr algn="l" fontAlgn="base">
              <a:buFont typeface="+mj-lt"/>
              <a:buAutoNum type="arabicPeriod"/>
            </a:pPr>
            <a:r>
              <a:rPr lang="fr-FR" b="0" i="0" u="none" strike="noStrike" dirty="0">
                <a:solidFill>
                  <a:srgbClr val="5333ED"/>
                </a:solidFill>
                <a:effectLst/>
                <a:latin typeface="Roboto" panose="02000000000000000000" pitchFamily="2" charset="0"/>
                <a:hlinkClick r:id="rId4"/>
              </a:rPr>
              <a:t>Il s’adapte pour que vous puissiez faire n’importe quel type de site web</a:t>
            </a:r>
            <a:endParaRPr lang="fr-FR" b="0" i="0" dirty="0">
              <a:solidFill>
                <a:srgbClr val="6E7076"/>
              </a:solidFill>
              <a:effectLst/>
              <a:latin typeface="Roboto" panose="02000000000000000000" pitchFamily="2" charset="0"/>
            </a:endParaRPr>
          </a:p>
          <a:p>
            <a:pPr algn="l" fontAlgn="base">
              <a:buFont typeface="+mj-lt"/>
              <a:buAutoNum type="arabicPeriod"/>
            </a:pPr>
            <a:r>
              <a:rPr lang="fr-FR" b="0" i="0" u="none" strike="noStrike" dirty="0">
                <a:solidFill>
                  <a:srgbClr val="5333ED"/>
                </a:solidFill>
                <a:effectLst/>
                <a:latin typeface="Roboto" panose="02000000000000000000" pitchFamily="2" charset="0"/>
                <a:hlinkClick r:id="rId5"/>
              </a:rPr>
              <a:t>Il supporte de nombreux types de médias</a:t>
            </a:r>
            <a:endParaRPr lang="fr-FR" b="0" i="0" dirty="0">
              <a:solidFill>
                <a:srgbClr val="6E7076"/>
              </a:solidFill>
              <a:effectLst/>
              <a:latin typeface="Roboto" panose="02000000000000000000" pitchFamily="2" charset="0"/>
            </a:endParaRPr>
          </a:p>
          <a:p>
            <a:pPr algn="l" fontAlgn="base">
              <a:buFont typeface="+mj-lt"/>
              <a:buAutoNum type="arabicPeriod"/>
            </a:pPr>
            <a:r>
              <a:rPr lang="fr-FR" b="0" i="0" u="none" strike="noStrike" dirty="0">
                <a:solidFill>
                  <a:srgbClr val="5333ED"/>
                </a:solidFill>
                <a:effectLst/>
                <a:latin typeface="Roboto" panose="02000000000000000000" pitchFamily="2" charset="0"/>
                <a:hlinkClick r:id="rId6"/>
              </a:rPr>
              <a:t>C’est facile à apprendre et il y a une énorme communauté</a:t>
            </a:r>
            <a:endParaRPr lang="fr-FR" b="0" i="0" dirty="0">
              <a:solidFill>
                <a:srgbClr val="6E7076"/>
              </a:solidFill>
              <a:effectLst/>
              <a:latin typeface="Roboto" panose="02000000000000000000" pitchFamily="2" charset="0"/>
            </a:endParaRPr>
          </a:p>
          <a:p>
            <a:pPr algn="l" fontAlgn="base">
              <a:buFont typeface="+mj-lt"/>
              <a:buAutoNum type="arabicPeriod"/>
            </a:pPr>
            <a:r>
              <a:rPr lang="fr-FR" b="0" i="0" u="none" strike="noStrike" dirty="0">
                <a:solidFill>
                  <a:srgbClr val="5333ED"/>
                </a:solidFill>
                <a:effectLst/>
                <a:latin typeface="Roboto" panose="02000000000000000000" pitchFamily="2" charset="0"/>
                <a:hlinkClick r:id="rId7"/>
              </a:rPr>
              <a:t>Vous pouvez agrandir et développer votre site Web avec des thèmes et des plugins.</a:t>
            </a:r>
            <a:endParaRPr lang="fr-FR" b="0" i="0" dirty="0">
              <a:solidFill>
                <a:srgbClr val="6E7076"/>
              </a:solidFill>
              <a:effectLst/>
              <a:latin typeface="Roboto" panose="02000000000000000000" pitchFamily="2" charset="0"/>
            </a:endParaRPr>
          </a:p>
          <a:p>
            <a:pPr algn="l" fontAlgn="base">
              <a:buFont typeface="+mj-lt"/>
              <a:buAutoNum type="arabicPeriod"/>
            </a:pPr>
            <a:r>
              <a:rPr lang="fr-FR" b="0" i="0" u="none" strike="noStrike" dirty="0">
                <a:solidFill>
                  <a:srgbClr val="5333ED"/>
                </a:solidFill>
                <a:effectLst/>
                <a:latin typeface="Roboto" panose="02000000000000000000" pitchFamily="2" charset="0"/>
                <a:hlinkClick r:id="rId8"/>
              </a:rPr>
              <a:t>Pas besoin d’être un génie pour y arriver.</a:t>
            </a:r>
            <a:endParaRPr lang="fr-FR" b="0" i="0" dirty="0">
              <a:solidFill>
                <a:srgbClr val="6E7076"/>
              </a:solidFill>
              <a:effectLst/>
              <a:latin typeface="Roboto" panose="02000000000000000000" pitchFamily="2" charset="0"/>
            </a:endParaRPr>
          </a:p>
          <a:p>
            <a:pPr algn="l" fontAlgn="base">
              <a:buFont typeface="+mj-lt"/>
              <a:buAutoNum type="arabicPeriod"/>
            </a:pPr>
            <a:r>
              <a:rPr lang="fr-FR" b="0" i="0" u="none" strike="noStrike" dirty="0">
                <a:solidFill>
                  <a:srgbClr val="5333ED"/>
                </a:solidFill>
                <a:effectLst/>
                <a:latin typeface="Roboto" panose="02000000000000000000" pitchFamily="2" charset="0"/>
                <a:hlinkClick r:id="rId9"/>
              </a:rPr>
              <a:t>Le SEO passe en premier</a:t>
            </a:r>
            <a:endParaRPr lang="fr-FR" b="0" i="0" dirty="0">
              <a:solidFill>
                <a:srgbClr val="6E7076"/>
              </a:solidFill>
              <a:effectLst/>
              <a:latin typeface="Roboto" panose="02000000000000000000" pitchFamily="2" charset="0"/>
            </a:endParaRPr>
          </a:p>
          <a:p>
            <a:pPr algn="l" fontAlgn="base">
              <a:buFont typeface="+mj-lt"/>
              <a:buAutoNum type="arabicPeriod"/>
            </a:pPr>
            <a:r>
              <a:rPr lang="fr-FR" b="0" i="0" u="none" strike="noStrike" dirty="0">
                <a:solidFill>
                  <a:srgbClr val="5333ED"/>
                </a:solidFill>
                <a:effectLst/>
                <a:latin typeface="Roboto" panose="02000000000000000000" pitchFamily="2" charset="0"/>
                <a:hlinkClick r:id="rId10"/>
              </a:rPr>
              <a:t>Vous avez le contrôle total de votre site web</a:t>
            </a:r>
            <a:endParaRPr lang="fr-FR" b="0" i="0" dirty="0">
              <a:solidFill>
                <a:srgbClr val="6E7076"/>
              </a:solidFill>
              <a:effectLst/>
              <a:latin typeface="Roboto" panose="02000000000000000000" pitchFamily="2" charset="0"/>
            </a:endParaRPr>
          </a:p>
          <a:p>
            <a:pPr algn="l" fontAlgn="base">
              <a:buFont typeface="+mj-lt"/>
              <a:buAutoNum type="arabicPeriod"/>
            </a:pPr>
            <a:r>
              <a:rPr lang="fr-FR" b="0" i="0" u="none" strike="noStrike" dirty="0">
                <a:solidFill>
                  <a:srgbClr val="5333ED"/>
                </a:solidFill>
                <a:effectLst/>
                <a:latin typeface="Roboto" panose="02000000000000000000" pitchFamily="2" charset="0"/>
                <a:hlinkClick r:id="rId11"/>
              </a:rPr>
              <a:t>Le système de blogging est de loin le meilleur de l’industrie.</a:t>
            </a:r>
            <a:endParaRPr lang="fr-FR" b="0" i="0" dirty="0">
              <a:solidFill>
                <a:srgbClr val="6E7076"/>
              </a:solidFill>
              <a:effectLst/>
              <a:latin typeface="Roboto" panose="02000000000000000000" pitchFamily="2" charset="0"/>
            </a:endParaRPr>
          </a:p>
          <a:p>
            <a:pPr algn="l" fontAlgn="base">
              <a:buFont typeface="+mj-lt"/>
              <a:buAutoNum type="arabicPeriod"/>
            </a:pPr>
            <a:r>
              <a:rPr lang="fr-FR" b="0" i="0" u="none" strike="noStrike" dirty="0">
                <a:solidFill>
                  <a:srgbClr val="5333ED"/>
                </a:solidFill>
                <a:effectLst/>
                <a:latin typeface="Roboto" panose="02000000000000000000" pitchFamily="2" charset="0"/>
                <a:hlinkClick r:id="rId12"/>
              </a:rPr>
              <a:t>Tout le monde le fait</a:t>
            </a:r>
            <a:endParaRPr lang="fr-FR" b="0" i="0" dirty="0">
              <a:solidFill>
                <a:srgbClr val="6E7076"/>
              </a:solidFill>
              <a:effectLst/>
              <a:latin typeface="Roboto" panose="02000000000000000000" pitchFamily="2" charset="0"/>
            </a:endParaRPr>
          </a:p>
          <a:p>
            <a:endParaRPr lang="fr-FR" dirty="0"/>
          </a:p>
          <a:p>
            <a:r>
              <a:rPr lang="fr-FR" dirty="0"/>
              <a:t>34% du web l’utilise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22755-011A-487A-9163-1F4F6BFD59D1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2544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E5CAB8-BE27-4DB5-B605-FBEBE1855E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99F6A3A-A734-4737-A5B9-A5D7814548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0FC291-01FB-466B-B9A9-CF9D769D6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34BFB-7A58-47BC-9AC4-7D58AED72CFE}" type="datetimeFigureOut">
              <a:rPr lang="fr-FR" smtClean="0"/>
              <a:t>15/04/2022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C78DC0F-4838-4B91-8BAA-DF29FEBDD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FE0C80-A1A5-4097-819D-17BDD26A4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DA80-3D10-4F84-B885-B9EA35937D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2960628"/>
      </p:ext>
    </p:extLst>
  </p:cSld>
  <p:clrMapOvr>
    <a:masterClrMapping/>
  </p:clrMapOvr>
  <p:transition spd="slow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525319-FD98-4B95-87CA-DC28EC915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207A9A-0A25-4C56-B3FC-E586ACF21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918583-31F5-4777-A9B8-F8E36ED13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34BFB-7A58-47BC-9AC4-7D58AED72CFE}" type="datetimeFigureOut">
              <a:rPr lang="fr-FR" smtClean="0"/>
              <a:t>15/04/2022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F2CD87-BD01-4C99-B5D0-BBF0389BC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21CCF72-8311-4A94-9BC9-D87FC2695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DA80-3D10-4F84-B885-B9EA35937D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5295169"/>
      </p:ext>
    </p:extLst>
  </p:cSld>
  <p:clrMapOvr>
    <a:masterClrMapping/>
  </p:clrMapOvr>
  <p:transition spd="slow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37958C-E4E7-4C7D-AEF1-9A736A170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093AF9-066E-4E58-A771-857269A56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ACB6BE-38C6-470E-83F8-8BD5C004E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34BFB-7A58-47BC-9AC4-7D58AED72CFE}" type="datetimeFigureOut">
              <a:rPr lang="fr-FR" smtClean="0"/>
              <a:t>15/04/2022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786977-DF5E-4CB8-8D43-B2B18B338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9969B2-C7B1-434A-831F-5550439FE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DA80-3D10-4F84-B885-B9EA35937D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3211412"/>
      </p:ext>
    </p:extLst>
  </p:cSld>
  <p:clrMapOvr>
    <a:masterClrMapping/>
  </p:clrMapOvr>
  <p:transition spd="slow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F932E7-BB3F-4D87-92D0-096A06F48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FF5858-CE89-4FDF-8983-11E271F82B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B24F67A-4CCB-49FD-BB53-798234C90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A3ECBC7-1FF4-40C5-8302-FCEB6CC9E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34BFB-7A58-47BC-9AC4-7D58AED72CFE}" type="datetimeFigureOut">
              <a:rPr lang="fr-FR" smtClean="0"/>
              <a:t>15/04/2022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FD1C4E4-0B21-4978-845A-C9B68FC93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58B627C-6996-4AC8-AF7E-F4A950F76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DA80-3D10-4F84-B885-B9EA35937D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2078635"/>
      </p:ext>
    </p:extLst>
  </p:cSld>
  <p:clrMapOvr>
    <a:masterClrMapping/>
  </p:clrMapOvr>
  <p:transition spd="slow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3434DC-AE6E-4920-BEFD-DFEEBC8C2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866C8CD-D6C3-4B15-A0C9-E51FA9073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CF1EF94-EC38-4866-A52B-B5575359B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996B238-CA5F-481B-B4BE-42A990CBC5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1270ECE-21EC-4D55-A881-F16A02B3EB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99DF802-FDAC-4A47-B8FC-55F4561DF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34BFB-7A58-47BC-9AC4-7D58AED72CFE}" type="datetimeFigureOut">
              <a:rPr lang="fr-FR" smtClean="0"/>
              <a:t>15/04/2022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40326AC-49AE-4966-8498-4CD2744D9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9112152-56DA-4BCD-A667-E8FAA844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DA80-3D10-4F84-B885-B9EA35937D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3068733"/>
      </p:ext>
    </p:extLst>
  </p:cSld>
  <p:clrMapOvr>
    <a:masterClrMapping/>
  </p:clrMapOvr>
  <p:transition spd="slow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9969C8-E424-4B16-81C7-E1452B9E0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B7BF144-A679-4F46-BC59-6D406E4C5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34BFB-7A58-47BC-9AC4-7D58AED72CFE}" type="datetimeFigureOut">
              <a:rPr lang="fr-FR" smtClean="0"/>
              <a:t>15/04/2022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7B2166F-C8D8-48B0-8110-FC27074BD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FD8C2BB-B617-4DBB-8886-6768D22DD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DA80-3D10-4F84-B885-B9EA35937D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480860"/>
      </p:ext>
    </p:extLst>
  </p:cSld>
  <p:clrMapOvr>
    <a:masterClrMapping/>
  </p:clrMapOvr>
  <p:transition spd="slow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9D4EB35-2AD3-421C-BB3D-570D507E5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34BFB-7A58-47BC-9AC4-7D58AED72CFE}" type="datetimeFigureOut">
              <a:rPr lang="fr-FR" smtClean="0"/>
              <a:t>15/04/2022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94C5BC0-5611-4729-B73E-D91F9814C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E873A9-5AAB-45FE-9F80-3A9219E83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DA80-3D10-4F84-B885-B9EA35937D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2439830"/>
      </p:ext>
    </p:extLst>
  </p:cSld>
  <p:clrMapOvr>
    <a:masterClrMapping/>
  </p:clrMapOvr>
  <p:transition spd="slow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89581F-6F15-4F7A-9C53-0C7DBBCF0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EC0C70-3ADC-4CE7-A783-746DBB0CA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8D925F6-1089-4059-969D-2B0782E79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E46DC9E-47AD-43E6-B760-A7B5488BD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34BFB-7A58-47BC-9AC4-7D58AED72CFE}" type="datetimeFigureOut">
              <a:rPr lang="fr-FR" smtClean="0"/>
              <a:t>15/04/2022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695FC67-225B-49D3-A1EC-1CB669E93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0DF38FF-9FA0-4C3B-B1CD-935376DA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DA80-3D10-4F84-B885-B9EA35937D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2893191"/>
      </p:ext>
    </p:extLst>
  </p:cSld>
  <p:clrMapOvr>
    <a:masterClrMapping/>
  </p:clrMapOvr>
  <p:transition spd="slow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12D5DB-98C4-4680-A6AF-8840D8E4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7D9DC2A-0964-41FC-8E97-22F75B3D2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B7CA7E-9D19-4B06-9519-FB2B62721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FE93FA-D848-4EDE-AEA9-61745EC79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34BFB-7A58-47BC-9AC4-7D58AED72CFE}" type="datetimeFigureOut">
              <a:rPr lang="fr-FR" smtClean="0"/>
              <a:t>15/04/2022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E30AB55-8DE8-4A0E-813E-1C082568A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FEAAC8B-AB48-4F56-89E4-7BDCDF264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DA80-3D10-4F84-B885-B9EA35937D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8172503"/>
      </p:ext>
    </p:extLst>
  </p:cSld>
  <p:clrMapOvr>
    <a:masterClrMapping/>
  </p:clrMapOvr>
  <p:transition spd="slow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B06F00-8F4F-489B-AB3B-F240C0108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5EDB7F5-AAE3-4137-816F-21E746734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946A24-2F6F-42F8-AF74-6986909E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34BFB-7A58-47BC-9AC4-7D58AED72CFE}" type="datetimeFigureOut">
              <a:rPr lang="fr-FR" smtClean="0"/>
              <a:t>15/04/2022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793D313-23E3-402D-854A-1F781E5AD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D25C12-728A-474C-8D0E-9464A4FA1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DA80-3D10-4F84-B885-B9EA35937D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3282558"/>
      </p:ext>
    </p:extLst>
  </p:cSld>
  <p:clrMapOvr>
    <a:masterClrMapping/>
  </p:clrMapOvr>
  <p:transition spd="slow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E86DA52-65A7-4DBB-945D-9EABBFEB7A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2B564C5-5E62-4E01-9790-2B5C43311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4AAF06-AA7E-4BF4-963C-A3DB76CFB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34BFB-7A58-47BC-9AC4-7D58AED72CFE}" type="datetimeFigureOut">
              <a:rPr lang="fr-FR" smtClean="0"/>
              <a:t>15/04/2022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5B4EAF0-4B67-4FFD-A04C-1AA694E14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870018-5459-4432-8835-7854BCAC8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1DA80-3D10-4F84-B885-B9EA35937D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4850855"/>
      </p:ext>
    </p:extLst>
  </p:cSld>
  <p:clrMapOvr>
    <a:masterClrMapping/>
  </p:clrMapOvr>
  <p:transition spd="slow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51E78F3-CE4B-42B8-8E80-9D91FC468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9961551-7B19-418C-ABED-EBF7AAE14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731340-ED2B-46F7-AE60-B1169E2CDC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34BFB-7A58-47BC-9AC4-7D58AED72CFE}" type="datetimeFigureOut">
              <a:rPr lang="fr-FR" smtClean="0"/>
              <a:t>15/04/2022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21CF5D-AFFE-4094-8369-B79C6AFBD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369835-491F-48CB-ABAC-1BD91C2A74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D1DA80-3D10-4F84-B885-B9EA35937D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1069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 thruBlk="1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jpe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jpe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ADD3505-D816-4666-AAAA-42EC992FA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0A0E89C-7B70-4D79-A2DF-7F13FF3E30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983" y="528019"/>
            <a:ext cx="7001974" cy="3321230"/>
          </a:xfrm>
          <a:prstGeom prst="rect">
            <a:avLst/>
          </a:prstGeom>
        </p:spPr>
      </p:pic>
      <p:sp>
        <p:nvSpPr>
          <p:cNvPr id="12" name="Freeform 6">
            <a:extLst>
              <a:ext uri="{FF2B5EF4-FFF2-40B4-BE49-F238E27FC236}">
                <a16:creationId xmlns:a16="http://schemas.microsoft.com/office/drawing/2014/main" id="{B4269A41-C387-4555-A18D-F1B4E366C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727747" y="4208147"/>
            <a:ext cx="339126" cy="212183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911C1882-1ABB-473F-836B-DE0066ABA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728739" y="4098333"/>
            <a:ext cx="201857" cy="2055805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336533B6-75CC-4F87-B044-A8241FBF7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3048" y="4098334"/>
            <a:ext cx="8933019" cy="1960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452BCBA-FBE6-43D2-BC0E-406BEA1C74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342" y="5345714"/>
            <a:ext cx="7970903" cy="538211"/>
          </a:xfrm>
        </p:spPr>
        <p:txBody>
          <a:bodyPr anchor="t">
            <a:normAutofit/>
          </a:bodyPr>
          <a:lstStyle/>
          <a:p>
            <a:pPr algn="l"/>
            <a:r>
              <a:rPr lang="fr-FR" sz="2000" dirty="0">
                <a:solidFill>
                  <a:srgbClr val="FEFFFF"/>
                </a:solidFill>
              </a:rPr>
              <a:t>Les films en plein air</a:t>
            </a:r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77EAB586-FBDB-4496-82AC-22F185637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067800" y="4377267"/>
            <a:ext cx="3121152" cy="195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530622"/>
      </p:ext>
    </p:extLst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1473A6-3F22-483E-8A30-80B9D2B1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A1375E3-3E53-4D75-BAB7-E5929BFCB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534368" y="563918"/>
            <a:ext cx="4119932" cy="5978614"/>
            <a:chOff x="7513372" y="803186"/>
            <a:chExt cx="4163968" cy="5978614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0BBEEF67-3DDF-46CF-8CD5-EA5F0E4FB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89586" y="1070835"/>
              <a:ext cx="687754" cy="5710965"/>
            </a:xfrm>
            <a:custGeom>
              <a:avLst/>
              <a:gdLst>
                <a:gd name="T0" fmla="*/ 414 w 414"/>
                <a:gd name="T1" fmla="*/ 2447 h 2447"/>
                <a:gd name="T2" fmla="*/ 0 w 414"/>
                <a:gd name="T3" fmla="*/ 2247 h 2447"/>
                <a:gd name="T4" fmla="*/ 0 w 414"/>
                <a:gd name="T5" fmla="*/ 0 h 2447"/>
                <a:gd name="T6" fmla="*/ 414 w 414"/>
                <a:gd name="T7" fmla="*/ 200 h 2447"/>
                <a:gd name="T8" fmla="*/ 414 w 414"/>
                <a:gd name="T9" fmla="*/ 2447 h 2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4" h="2447">
                  <a:moveTo>
                    <a:pt x="414" y="2447"/>
                  </a:moveTo>
                  <a:lnTo>
                    <a:pt x="0" y="2247"/>
                  </a:lnTo>
                  <a:lnTo>
                    <a:pt x="0" y="0"/>
                  </a:lnTo>
                  <a:lnTo>
                    <a:pt x="414" y="200"/>
                  </a:lnTo>
                  <a:lnTo>
                    <a:pt x="414" y="244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8FAC1C95-F817-487C-B8B2-CF141FBB1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88949" y="803186"/>
              <a:ext cx="409371" cy="5521414"/>
            </a:xfrm>
            <a:custGeom>
              <a:avLst/>
              <a:gdLst>
                <a:gd name="T0" fmla="*/ 209 w 209"/>
                <a:gd name="T1" fmla="*/ 2246 h 2358"/>
                <a:gd name="T2" fmla="*/ 0 w 209"/>
                <a:gd name="T3" fmla="*/ 2358 h 2358"/>
                <a:gd name="T4" fmla="*/ 0 w 209"/>
                <a:gd name="T5" fmla="*/ 111 h 2358"/>
                <a:gd name="T6" fmla="*/ 209 w 209"/>
                <a:gd name="T7" fmla="*/ 0 h 2358"/>
                <a:gd name="T8" fmla="*/ 209 w 209"/>
                <a:gd name="T9" fmla="*/ 2246 h 2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9" h="2358">
                  <a:moveTo>
                    <a:pt x="209" y="2246"/>
                  </a:moveTo>
                  <a:lnTo>
                    <a:pt x="0" y="2358"/>
                  </a:lnTo>
                  <a:lnTo>
                    <a:pt x="0" y="111"/>
                  </a:lnTo>
                  <a:lnTo>
                    <a:pt x="209" y="0"/>
                  </a:lnTo>
                  <a:lnTo>
                    <a:pt x="209" y="2246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C2C5363A-D941-4AA1-8D38-D7E44A1E2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13372" y="804101"/>
              <a:ext cx="3880238" cy="52516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DB457920-0CBB-4599-95D4-592F24487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468" y="885651"/>
            <a:ext cx="3229803" cy="4624603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FFFFFF"/>
                </a:solidFill>
              </a:rPr>
              <a:t>Sommaire</a:t>
            </a:r>
          </a:p>
        </p:txBody>
      </p:sp>
      <p:graphicFrame>
        <p:nvGraphicFramePr>
          <p:cNvPr id="15" name="Espace réservé du contenu 2">
            <a:extLst>
              <a:ext uri="{FF2B5EF4-FFF2-40B4-BE49-F238E27FC236}">
                <a16:creationId xmlns:a16="http://schemas.microsoft.com/office/drawing/2014/main" id="{5245CE97-A82A-C300-2B6A-E0D9CFB223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7874098"/>
              </p:ext>
            </p:extLst>
          </p:nvPr>
        </p:nvGraphicFramePr>
        <p:xfrm>
          <a:off x="4978708" y="885651"/>
          <a:ext cx="6525220" cy="4616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5842660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1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74">
            <a:extLst>
              <a:ext uri="{FF2B5EF4-FFF2-40B4-BE49-F238E27FC236}">
                <a16:creationId xmlns:a16="http://schemas.microsoft.com/office/drawing/2014/main" id="{D4993743-B10A-433C-9996-3035D2C3A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Freeform 45">
            <a:extLst>
              <a:ext uri="{FF2B5EF4-FFF2-40B4-BE49-F238E27FC236}">
                <a16:creationId xmlns:a16="http://schemas.microsoft.com/office/drawing/2014/main" id="{BB3B8946-A0AA-42D4-8A24-639DC6EA1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" name="Freeform 46">
            <a:extLst>
              <a:ext uri="{FF2B5EF4-FFF2-40B4-BE49-F238E27FC236}">
                <a16:creationId xmlns:a16="http://schemas.microsoft.com/office/drawing/2014/main" id="{AB1038E6-06EF-4DCB-B52E-D3825C50F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1" name="Freeform 47">
            <a:extLst>
              <a:ext uri="{FF2B5EF4-FFF2-40B4-BE49-F238E27FC236}">
                <a16:creationId xmlns:a16="http://schemas.microsoft.com/office/drawing/2014/main" id="{5C7EF35C-8B7D-4026-8F09-8B2B22505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2" name="Freeform 44">
            <a:extLst>
              <a:ext uri="{FF2B5EF4-FFF2-40B4-BE49-F238E27FC236}">
                <a16:creationId xmlns:a16="http://schemas.microsoft.com/office/drawing/2014/main" id="{5F24A71D-C0A9-49AC-B2D1-5A9EA2BD3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348538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3" name="Rectangle 84">
            <a:extLst>
              <a:ext uri="{FF2B5EF4-FFF2-40B4-BE49-F238E27FC236}">
                <a16:creationId xmlns:a16="http://schemas.microsoft.com/office/drawing/2014/main" id="{14280C55-570C-4284-9850-B2BA33DB6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7033095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D802DEB-F7F9-4A7C-B4BD-C69D2F127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60" y="804328"/>
            <a:ext cx="6091312" cy="1205821"/>
          </a:xfrm>
        </p:spPr>
        <p:txBody>
          <a:bodyPr>
            <a:normAutofit/>
          </a:bodyPr>
          <a:lstStyle/>
          <a:p>
            <a:r>
              <a:rPr lang="fr-FR" sz="4000" dirty="0">
                <a:solidFill>
                  <a:srgbClr val="FEFFFF"/>
                </a:solidFill>
              </a:rPr>
              <a:t>Présentation générale</a:t>
            </a:r>
          </a:p>
        </p:txBody>
      </p:sp>
      <p:sp>
        <p:nvSpPr>
          <p:cNvPr id="1044" name="Content Placeholder 1031">
            <a:extLst>
              <a:ext uri="{FF2B5EF4-FFF2-40B4-BE49-F238E27FC236}">
                <a16:creationId xmlns:a16="http://schemas.microsoft.com/office/drawing/2014/main" id="{7B0DB7B7-0CD4-2267-DCF4-EF2E85138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2189" y="2494450"/>
            <a:ext cx="5773883" cy="3563159"/>
          </a:xfrm>
        </p:spPr>
        <p:txBody>
          <a:bodyPr>
            <a:normAutofit/>
          </a:bodyPr>
          <a:lstStyle/>
          <a:p>
            <a:r>
              <a:rPr lang="en-US" sz="2400" dirty="0" err="1"/>
              <a:t>Qu’est</a:t>
            </a:r>
            <a:r>
              <a:rPr lang="en-US" sz="2400" dirty="0"/>
              <a:t> </a:t>
            </a:r>
            <a:r>
              <a:rPr lang="en-US" sz="2400" dirty="0" err="1"/>
              <a:t>ce</a:t>
            </a:r>
            <a:r>
              <a:rPr lang="en-US" sz="2400" dirty="0"/>
              <a:t> que Bootstrap, HTML et CSS ?</a:t>
            </a:r>
          </a:p>
          <a:p>
            <a:r>
              <a:rPr lang="en-US" sz="2400" dirty="0" err="1"/>
              <a:t>Pourquoi</a:t>
            </a:r>
            <a:r>
              <a:rPr lang="en-US" sz="2400" dirty="0"/>
              <a:t> les </a:t>
            </a:r>
            <a:r>
              <a:rPr lang="en-US" sz="2400" dirty="0" err="1"/>
              <a:t>utiliser</a:t>
            </a:r>
            <a:r>
              <a:rPr lang="en-US" sz="2400" dirty="0"/>
              <a:t> ?</a:t>
            </a:r>
          </a:p>
        </p:txBody>
      </p:sp>
      <p:pic>
        <p:nvPicPr>
          <p:cNvPr id="1026" name="Picture 2" descr="Introduction à Bootstrap">
            <a:extLst>
              <a:ext uri="{FF2B5EF4-FFF2-40B4-BE49-F238E27FC236}">
                <a16:creationId xmlns:a16="http://schemas.microsoft.com/office/drawing/2014/main" id="{B24E8AE6-9E07-4E6A-B363-A44AFCF78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24706" y="1151316"/>
            <a:ext cx="3343407" cy="1671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ésentation du cours complet HTML et CSS">
            <a:extLst>
              <a:ext uri="{FF2B5EF4-FFF2-40B4-BE49-F238E27FC236}">
                <a16:creationId xmlns:a16="http://schemas.microsoft.com/office/drawing/2014/main" id="{4EFE0167-EC8A-4437-9EA0-6947C5EA3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24706" y="4011623"/>
            <a:ext cx="3340358" cy="1756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774030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4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819A166-7571-4003-A6B8-B62034C3E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0932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B4E7C7B-0155-406E-A258-0D942598C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1" y="620392"/>
            <a:ext cx="3808268" cy="5504688"/>
          </a:xfrm>
        </p:spPr>
        <p:txBody>
          <a:bodyPr>
            <a:normAutofit/>
          </a:bodyPr>
          <a:lstStyle/>
          <a:p>
            <a:pPr algn="ctr"/>
            <a:r>
              <a:rPr lang="fr-FR" sz="5600" dirty="0">
                <a:solidFill>
                  <a:schemeClr val="bg1"/>
                </a:solidFill>
              </a:rPr>
              <a:t>Présentation de la maquette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502B90F2-7B9D-F9DA-8D0F-CE1658EBBF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3672132"/>
              </p:ext>
            </p:extLst>
          </p:nvPr>
        </p:nvGraphicFramePr>
        <p:xfrm>
          <a:off x="5468389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3472475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Freeform: Shape 60">
            <a:extLst>
              <a:ext uri="{FF2B5EF4-FFF2-40B4-BE49-F238E27FC236}">
                <a16:creationId xmlns:a16="http://schemas.microsoft.com/office/drawing/2014/main" id="{1284CA7F-B696-4085-84C6-CD668817E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050278" cy="3400925"/>
          </a:xfrm>
          <a:custGeom>
            <a:avLst/>
            <a:gdLst>
              <a:gd name="connsiteX0" fmla="*/ 0 w 6050278"/>
              <a:gd name="connsiteY0" fmla="*/ 0 h 3400925"/>
              <a:gd name="connsiteX1" fmla="*/ 6050278 w 6050278"/>
              <a:gd name="connsiteY1" fmla="*/ 0 h 3400925"/>
              <a:gd name="connsiteX2" fmla="*/ 6050278 w 6050278"/>
              <a:gd name="connsiteY2" fmla="*/ 1827306 h 3400925"/>
              <a:gd name="connsiteX3" fmla="*/ 3892296 w 6050278"/>
              <a:gd name="connsiteY3" fmla="*/ 1827306 h 3400925"/>
              <a:gd name="connsiteX4" fmla="*/ 3892296 w 6050278"/>
              <a:gd name="connsiteY4" fmla="*/ 3400925 h 3400925"/>
              <a:gd name="connsiteX5" fmla="*/ 0 w 6050278"/>
              <a:gd name="connsiteY5" fmla="*/ 3400925 h 3400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50278" h="3400925">
                <a:moveTo>
                  <a:pt x="0" y="0"/>
                </a:moveTo>
                <a:lnTo>
                  <a:pt x="6050278" y="0"/>
                </a:lnTo>
                <a:lnTo>
                  <a:pt x="6050278" y="1827306"/>
                </a:lnTo>
                <a:lnTo>
                  <a:pt x="3892296" y="1827306"/>
                </a:lnTo>
                <a:lnTo>
                  <a:pt x="3892296" y="3400925"/>
                </a:lnTo>
                <a:lnTo>
                  <a:pt x="0" y="3400925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D3F1E9F-031F-4DA6-9AD5-0296FE394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66" y="676810"/>
            <a:ext cx="3413365" cy="2073618"/>
          </a:xfrm>
          <a:prstGeom prst="rect">
            <a:avLst/>
          </a:prstGeom>
        </p:spPr>
      </p:pic>
      <p:sp>
        <p:nvSpPr>
          <p:cNvPr id="74" name="Freeform: Shape 62">
            <a:extLst>
              <a:ext uri="{FF2B5EF4-FFF2-40B4-BE49-F238E27FC236}">
                <a16:creationId xmlns:a16="http://schemas.microsoft.com/office/drawing/2014/main" id="{858A10F4-B847-4777-BC82-782F6FB36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1722" y="1"/>
            <a:ext cx="6050278" cy="3400925"/>
          </a:xfrm>
          <a:custGeom>
            <a:avLst/>
            <a:gdLst>
              <a:gd name="connsiteX0" fmla="*/ 0 w 6050278"/>
              <a:gd name="connsiteY0" fmla="*/ 0 h 3400925"/>
              <a:gd name="connsiteX1" fmla="*/ 6050278 w 6050278"/>
              <a:gd name="connsiteY1" fmla="*/ 0 h 3400925"/>
              <a:gd name="connsiteX2" fmla="*/ 6050278 w 6050278"/>
              <a:gd name="connsiteY2" fmla="*/ 3400925 h 3400925"/>
              <a:gd name="connsiteX3" fmla="*/ 2157982 w 6050278"/>
              <a:gd name="connsiteY3" fmla="*/ 3400925 h 3400925"/>
              <a:gd name="connsiteX4" fmla="*/ 2157982 w 6050278"/>
              <a:gd name="connsiteY4" fmla="*/ 1827306 h 3400925"/>
              <a:gd name="connsiteX5" fmla="*/ 0 w 6050278"/>
              <a:gd name="connsiteY5" fmla="*/ 1827306 h 3400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50278" h="3400925">
                <a:moveTo>
                  <a:pt x="0" y="0"/>
                </a:moveTo>
                <a:lnTo>
                  <a:pt x="6050278" y="0"/>
                </a:lnTo>
                <a:lnTo>
                  <a:pt x="6050278" y="3400925"/>
                </a:lnTo>
                <a:lnTo>
                  <a:pt x="2157982" y="3400925"/>
                </a:lnTo>
                <a:lnTo>
                  <a:pt x="2157982" y="1827306"/>
                </a:lnTo>
                <a:lnTo>
                  <a:pt x="0" y="18273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5" name="Freeform: Shape 64">
            <a:extLst>
              <a:ext uri="{FF2B5EF4-FFF2-40B4-BE49-F238E27FC236}">
                <a16:creationId xmlns:a16="http://schemas.microsoft.com/office/drawing/2014/main" id="{8883B597-C9A1-46EF-AB6B-71DF0B1ED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89159"/>
            <a:ext cx="6050278" cy="3368841"/>
          </a:xfrm>
          <a:custGeom>
            <a:avLst/>
            <a:gdLst>
              <a:gd name="connsiteX0" fmla="*/ 0 w 6050278"/>
              <a:gd name="connsiteY0" fmla="*/ 0 h 3368841"/>
              <a:gd name="connsiteX1" fmla="*/ 3892296 w 6050278"/>
              <a:gd name="connsiteY1" fmla="*/ 0 h 3368841"/>
              <a:gd name="connsiteX2" fmla="*/ 3892296 w 6050278"/>
              <a:gd name="connsiteY2" fmla="*/ 1541535 h 3368841"/>
              <a:gd name="connsiteX3" fmla="*/ 6050278 w 6050278"/>
              <a:gd name="connsiteY3" fmla="*/ 1541535 h 3368841"/>
              <a:gd name="connsiteX4" fmla="*/ 6050278 w 6050278"/>
              <a:gd name="connsiteY4" fmla="*/ 3368841 h 3368841"/>
              <a:gd name="connsiteX5" fmla="*/ 0 w 6050278"/>
              <a:gd name="connsiteY5" fmla="*/ 3368841 h 3368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50278" h="3368841">
                <a:moveTo>
                  <a:pt x="0" y="0"/>
                </a:moveTo>
                <a:lnTo>
                  <a:pt x="3892296" y="0"/>
                </a:lnTo>
                <a:lnTo>
                  <a:pt x="3892296" y="1541535"/>
                </a:lnTo>
                <a:lnTo>
                  <a:pt x="6050278" y="1541535"/>
                </a:lnTo>
                <a:lnTo>
                  <a:pt x="6050278" y="3368841"/>
                </a:lnTo>
                <a:lnTo>
                  <a:pt x="0" y="3368841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4AA73CE-BB61-41A5-A99C-BD61D4858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3" y="4809263"/>
            <a:ext cx="3848111" cy="1779750"/>
          </a:xfrm>
          <a:prstGeom prst="rect">
            <a:avLst/>
          </a:prstGeom>
        </p:spPr>
      </p:pic>
      <p:sp>
        <p:nvSpPr>
          <p:cNvPr id="76" name="Freeform: Shape 66">
            <a:extLst>
              <a:ext uri="{FF2B5EF4-FFF2-40B4-BE49-F238E27FC236}">
                <a16:creationId xmlns:a16="http://schemas.microsoft.com/office/drawing/2014/main" id="{A0B38421-369F-445C-9543-5BC17BC09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1722" y="3489159"/>
            <a:ext cx="6050278" cy="3368841"/>
          </a:xfrm>
          <a:custGeom>
            <a:avLst/>
            <a:gdLst>
              <a:gd name="connsiteX0" fmla="*/ 2157982 w 6050278"/>
              <a:gd name="connsiteY0" fmla="*/ 0 h 3368841"/>
              <a:gd name="connsiteX1" fmla="*/ 6050278 w 6050278"/>
              <a:gd name="connsiteY1" fmla="*/ 0 h 3368841"/>
              <a:gd name="connsiteX2" fmla="*/ 6050278 w 6050278"/>
              <a:gd name="connsiteY2" fmla="*/ 3368841 h 3368841"/>
              <a:gd name="connsiteX3" fmla="*/ 0 w 6050278"/>
              <a:gd name="connsiteY3" fmla="*/ 3368841 h 3368841"/>
              <a:gd name="connsiteX4" fmla="*/ 0 w 6050278"/>
              <a:gd name="connsiteY4" fmla="*/ 1541535 h 3368841"/>
              <a:gd name="connsiteX5" fmla="*/ 2157982 w 6050278"/>
              <a:gd name="connsiteY5" fmla="*/ 1541535 h 3368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50278" h="3368841">
                <a:moveTo>
                  <a:pt x="2157982" y="0"/>
                </a:moveTo>
                <a:lnTo>
                  <a:pt x="6050278" y="0"/>
                </a:lnTo>
                <a:lnTo>
                  <a:pt x="6050278" y="3368841"/>
                </a:lnTo>
                <a:lnTo>
                  <a:pt x="0" y="3368841"/>
                </a:lnTo>
                <a:lnTo>
                  <a:pt x="0" y="1541535"/>
                </a:lnTo>
                <a:lnTo>
                  <a:pt x="2157982" y="1541535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7" name="Freeform: Shape 68">
            <a:extLst>
              <a:ext uri="{FF2B5EF4-FFF2-40B4-BE49-F238E27FC236}">
                <a16:creationId xmlns:a16="http://schemas.microsoft.com/office/drawing/2014/main" id="{FAA9CE81-CAF0-41E3-8E73-CAFA13A0B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3736" y="1918638"/>
            <a:ext cx="4224528" cy="3020725"/>
          </a:xfrm>
          <a:custGeom>
            <a:avLst/>
            <a:gdLst>
              <a:gd name="connsiteX0" fmla="*/ 0 w 4224528"/>
              <a:gd name="connsiteY0" fmla="*/ 0 h 3020725"/>
              <a:gd name="connsiteX1" fmla="*/ 4224528 w 4224528"/>
              <a:gd name="connsiteY1" fmla="*/ 0 h 3020725"/>
              <a:gd name="connsiteX2" fmla="*/ 4224528 w 4224528"/>
              <a:gd name="connsiteY2" fmla="*/ 3020725 h 3020725"/>
              <a:gd name="connsiteX3" fmla="*/ 0 w 4224528"/>
              <a:gd name="connsiteY3" fmla="*/ 3020725 h 3020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4528" h="3020725">
                <a:moveTo>
                  <a:pt x="0" y="0"/>
                </a:moveTo>
                <a:lnTo>
                  <a:pt x="4224528" y="0"/>
                </a:lnTo>
                <a:lnTo>
                  <a:pt x="4224528" y="3020725"/>
                </a:lnTo>
                <a:lnTo>
                  <a:pt x="0" y="3020725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A89CA7B-8BB0-479A-A861-A978A63A9D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9310"/>
          <a:stretch/>
        </p:blipFill>
        <p:spPr>
          <a:xfrm>
            <a:off x="4126196" y="2750428"/>
            <a:ext cx="3979494" cy="124479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28F7753E-CAF9-49C6-ABC8-8722BE918B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954" y="161550"/>
            <a:ext cx="3600612" cy="167428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2B6288F-BFEF-4BDB-9D81-6C1AEC6776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5502" y="4939363"/>
            <a:ext cx="3778685" cy="175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64653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Freeform: Shape 60">
            <a:extLst>
              <a:ext uri="{FF2B5EF4-FFF2-40B4-BE49-F238E27FC236}">
                <a16:creationId xmlns:a16="http://schemas.microsoft.com/office/drawing/2014/main" id="{1284CA7F-B696-4085-84C6-CD668817E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050278" cy="3400925"/>
          </a:xfrm>
          <a:custGeom>
            <a:avLst/>
            <a:gdLst>
              <a:gd name="connsiteX0" fmla="*/ 0 w 6050278"/>
              <a:gd name="connsiteY0" fmla="*/ 0 h 3400925"/>
              <a:gd name="connsiteX1" fmla="*/ 6050278 w 6050278"/>
              <a:gd name="connsiteY1" fmla="*/ 0 h 3400925"/>
              <a:gd name="connsiteX2" fmla="*/ 6050278 w 6050278"/>
              <a:gd name="connsiteY2" fmla="*/ 1827306 h 3400925"/>
              <a:gd name="connsiteX3" fmla="*/ 3892296 w 6050278"/>
              <a:gd name="connsiteY3" fmla="*/ 1827306 h 3400925"/>
              <a:gd name="connsiteX4" fmla="*/ 3892296 w 6050278"/>
              <a:gd name="connsiteY4" fmla="*/ 3400925 h 3400925"/>
              <a:gd name="connsiteX5" fmla="*/ 0 w 6050278"/>
              <a:gd name="connsiteY5" fmla="*/ 3400925 h 3400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50278" h="3400925">
                <a:moveTo>
                  <a:pt x="0" y="0"/>
                </a:moveTo>
                <a:lnTo>
                  <a:pt x="6050278" y="0"/>
                </a:lnTo>
                <a:lnTo>
                  <a:pt x="6050278" y="1827306"/>
                </a:lnTo>
                <a:lnTo>
                  <a:pt x="3892296" y="1827306"/>
                </a:lnTo>
                <a:lnTo>
                  <a:pt x="3892296" y="3400925"/>
                </a:lnTo>
                <a:lnTo>
                  <a:pt x="0" y="3400925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4" name="Freeform: Shape 62">
            <a:extLst>
              <a:ext uri="{FF2B5EF4-FFF2-40B4-BE49-F238E27FC236}">
                <a16:creationId xmlns:a16="http://schemas.microsoft.com/office/drawing/2014/main" id="{858A10F4-B847-4777-BC82-782F6FB36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1722" y="1"/>
            <a:ext cx="6050278" cy="3400925"/>
          </a:xfrm>
          <a:custGeom>
            <a:avLst/>
            <a:gdLst>
              <a:gd name="connsiteX0" fmla="*/ 0 w 6050278"/>
              <a:gd name="connsiteY0" fmla="*/ 0 h 3400925"/>
              <a:gd name="connsiteX1" fmla="*/ 6050278 w 6050278"/>
              <a:gd name="connsiteY1" fmla="*/ 0 h 3400925"/>
              <a:gd name="connsiteX2" fmla="*/ 6050278 w 6050278"/>
              <a:gd name="connsiteY2" fmla="*/ 3400925 h 3400925"/>
              <a:gd name="connsiteX3" fmla="*/ 2157982 w 6050278"/>
              <a:gd name="connsiteY3" fmla="*/ 3400925 h 3400925"/>
              <a:gd name="connsiteX4" fmla="*/ 2157982 w 6050278"/>
              <a:gd name="connsiteY4" fmla="*/ 1827306 h 3400925"/>
              <a:gd name="connsiteX5" fmla="*/ 0 w 6050278"/>
              <a:gd name="connsiteY5" fmla="*/ 1827306 h 3400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50278" h="3400925">
                <a:moveTo>
                  <a:pt x="0" y="0"/>
                </a:moveTo>
                <a:lnTo>
                  <a:pt x="6050278" y="0"/>
                </a:lnTo>
                <a:lnTo>
                  <a:pt x="6050278" y="3400925"/>
                </a:lnTo>
                <a:lnTo>
                  <a:pt x="2157982" y="3400925"/>
                </a:lnTo>
                <a:lnTo>
                  <a:pt x="2157982" y="1827306"/>
                </a:lnTo>
                <a:lnTo>
                  <a:pt x="0" y="18273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5" name="Freeform: Shape 64">
            <a:extLst>
              <a:ext uri="{FF2B5EF4-FFF2-40B4-BE49-F238E27FC236}">
                <a16:creationId xmlns:a16="http://schemas.microsoft.com/office/drawing/2014/main" id="{8883B597-C9A1-46EF-AB6B-71DF0B1ED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89159"/>
            <a:ext cx="6050278" cy="3368841"/>
          </a:xfrm>
          <a:custGeom>
            <a:avLst/>
            <a:gdLst>
              <a:gd name="connsiteX0" fmla="*/ 0 w 6050278"/>
              <a:gd name="connsiteY0" fmla="*/ 0 h 3368841"/>
              <a:gd name="connsiteX1" fmla="*/ 3892296 w 6050278"/>
              <a:gd name="connsiteY1" fmla="*/ 0 h 3368841"/>
              <a:gd name="connsiteX2" fmla="*/ 3892296 w 6050278"/>
              <a:gd name="connsiteY2" fmla="*/ 1541535 h 3368841"/>
              <a:gd name="connsiteX3" fmla="*/ 6050278 w 6050278"/>
              <a:gd name="connsiteY3" fmla="*/ 1541535 h 3368841"/>
              <a:gd name="connsiteX4" fmla="*/ 6050278 w 6050278"/>
              <a:gd name="connsiteY4" fmla="*/ 3368841 h 3368841"/>
              <a:gd name="connsiteX5" fmla="*/ 0 w 6050278"/>
              <a:gd name="connsiteY5" fmla="*/ 3368841 h 3368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50278" h="3368841">
                <a:moveTo>
                  <a:pt x="0" y="0"/>
                </a:moveTo>
                <a:lnTo>
                  <a:pt x="3892296" y="0"/>
                </a:lnTo>
                <a:lnTo>
                  <a:pt x="3892296" y="1541535"/>
                </a:lnTo>
                <a:lnTo>
                  <a:pt x="6050278" y="1541535"/>
                </a:lnTo>
                <a:lnTo>
                  <a:pt x="6050278" y="3368841"/>
                </a:lnTo>
                <a:lnTo>
                  <a:pt x="0" y="3368841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6" name="Freeform: Shape 66">
            <a:extLst>
              <a:ext uri="{FF2B5EF4-FFF2-40B4-BE49-F238E27FC236}">
                <a16:creationId xmlns:a16="http://schemas.microsoft.com/office/drawing/2014/main" id="{A0B38421-369F-445C-9543-5BC17BC09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1722" y="3489159"/>
            <a:ext cx="6050278" cy="3368841"/>
          </a:xfrm>
          <a:custGeom>
            <a:avLst/>
            <a:gdLst>
              <a:gd name="connsiteX0" fmla="*/ 2157982 w 6050278"/>
              <a:gd name="connsiteY0" fmla="*/ 0 h 3368841"/>
              <a:gd name="connsiteX1" fmla="*/ 6050278 w 6050278"/>
              <a:gd name="connsiteY1" fmla="*/ 0 h 3368841"/>
              <a:gd name="connsiteX2" fmla="*/ 6050278 w 6050278"/>
              <a:gd name="connsiteY2" fmla="*/ 3368841 h 3368841"/>
              <a:gd name="connsiteX3" fmla="*/ 0 w 6050278"/>
              <a:gd name="connsiteY3" fmla="*/ 3368841 h 3368841"/>
              <a:gd name="connsiteX4" fmla="*/ 0 w 6050278"/>
              <a:gd name="connsiteY4" fmla="*/ 1541535 h 3368841"/>
              <a:gd name="connsiteX5" fmla="*/ 2157982 w 6050278"/>
              <a:gd name="connsiteY5" fmla="*/ 1541535 h 3368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50278" h="3368841">
                <a:moveTo>
                  <a:pt x="2157982" y="0"/>
                </a:moveTo>
                <a:lnTo>
                  <a:pt x="6050278" y="0"/>
                </a:lnTo>
                <a:lnTo>
                  <a:pt x="6050278" y="3368841"/>
                </a:lnTo>
                <a:lnTo>
                  <a:pt x="0" y="3368841"/>
                </a:lnTo>
                <a:lnTo>
                  <a:pt x="0" y="1541535"/>
                </a:lnTo>
                <a:lnTo>
                  <a:pt x="2157982" y="1541535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7" name="Freeform: Shape 68">
            <a:extLst>
              <a:ext uri="{FF2B5EF4-FFF2-40B4-BE49-F238E27FC236}">
                <a16:creationId xmlns:a16="http://schemas.microsoft.com/office/drawing/2014/main" id="{FAA9CE81-CAF0-41E3-8E73-CAFA13A0B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3736" y="1918638"/>
            <a:ext cx="4224528" cy="3020725"/>
          </a:xfrm>
          <a:custGeom>
            <a:avLst/>
            <a:gdLst>
              <a:gd name="connsiteX0" fmla="*/ 0 w 4224528"/>
              <a:gd name="connsiteY0" fmla="*/ 0 h 3020725"/>
              <a:gd name="connsiteX1" fmla="*/ 4224528 w 4224528"/>
              <a:gd name="connsiteY1" fmla="*/ 0 h 3020725"/>
              <a:gd name="connsiteX2" fmla="*/ 4224528 w 4224528"/>
              <a:gd name="connsiteY2" fmla="*/ 3020725 h 3020725"/>
              <a:gd name="connsiteX3" fmla="*/ 0 w 4224528"/>
              <a:gd name="connsiteY3" fmla="*/ 3020725 h 3020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4528" h="3020725">
                <a:moveTo>
                  <a:pt x="0" y="0"/>
                </a:moveTo>
                <a:lnTo>
                  <a:pt x="4224528" y="0"/>
                </a:lnTo>
                <a:lnTo>
                  <a:pt x="4224528" y="3020725"/>
                </a:lnTo>
                <a:lnTo>
                  <a:pt x="0" y="3020725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8" name="Image 57">
            <a:extLst>
              <a:ext uri="{FF2B5EF4-FFF2-40B4-BE49-F238E27FC236}">
                <a16:creationId xmlns:a16="http://schemas.microsoft.com/office/drawing/2014/main" id="{8BC5E437-F169-468E-84F0-86D210B10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4" y="418122"/>
            <a:ext cx="5951630" cy="169349"/>
          </a:xfrm>
          <a:prstGeom prst="rect">
            <a:avLst/>
          </a:prstGeom>
        </p:spPr>
      </p:pic>
      <p:pic>
        <p:nvPicPr>
          <p:cNvPr id="59" name="Image 58">
            <a:extLst>
              <a:ext uri="{FF2B5EF4-FFF2-40B4-BE49-F238E27FC236}">
                <a16:creationId xmlns:a16="http://schemas.microsoft.com/office/drawing/2014/main" id="{B1F337F3-917E-4672-AC01-8BDDBC2925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575" b="1"/>
          <a:stretch/>
        </p:blipFill>
        <p:spPr>
          <a:xfrm>
            <a:off x="55671" y="850027"/>
            <a:ext cx="5938935" cy="223953"/>
          </a:xfrm>
          <a:prstGeom prst="rect">
            <a:avLst/>
          </a:prstGeom>
        </p:spPr>
      </p:pic>
      <p:pic>
        <p:nvPicPr>
          <p:cNvPr id="62" name="Picture 2" descr="Arvo Google Font - HiddenTechies">
            <a:extLst>
              <a:ext uri="{FF2B5EF4-FFF2-40B4-BE49-F238E27FC236}">
                <a16:creationId xmlns:a16="http://schemas.microsoft.com/office/drawing/2014/main" id="{A41761B0-F72B-4846-8950-EC9A07309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156" y="5259698"/>
            <a:ext cx="2322000" cy="77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e 65">
            <a:extLst>
              <a:ext uri="{FF2B5EF4-FFF2-40B4-BE49-F238E27FC236}">
                <a16:creationId xmlns:a16="http://schemas.microsoft.com/office/drawing/2014/main" id="{1E9E743F-96A6-4775-BD65-782AF921F1CF}"/>
              </a:ext>
            </a:extLst>
          </p:cNvPr>
          <p:cNvGrpSpPr/>
          <p:nvPr/>
        </p:nvGrpSpPr>
        <p:grpSpPr>
          <a:xfrm>
            <a:off x="4301996" y="2661137"/>
            <a:ext cx="3740150" cy="1311919"/>
            <a:chOff x="3592987" y="4536794"/>
            <a:chExt cx="3740150" cy="1311919"/>
          </a:xfrm>
        </p:grpSpPr>
        <p:pic>
          <p:nvPicPr>
            <p:cNvPr id="68" name="Image 67">
              <a:extLst>
                <a:ext uri="{FF2B5EF4-FFF2-40B4-BE49-F238E27FC236}">
                  <a16:creationId xmlns:a16="http://schemas.microsoft.com/office/drawing/2014/main" id="{AFB9597C-237F-4626-AB9D-FC027C5B3E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11385"/>
            <a:stretch/>
          </p:blipFill>
          <p:spPr>
            <a:xfrm>
              <a:off x="4897648" y="5187488"/>
              <a:ext cx="1206000" cy="654512"/>
            </a:xfrm>
            <a:prstGeom prst="rect">
              <a:avLst/>
            </a:prstGeom>
          </p:spPr>
        </p:pic>
        <p:sp>
          <p:nvSpPr>
            <p:cNvPr id="70" name="ZoneTexte 69">
              <a:extLst>
                <a:ext uri="{FF2B5EF4-FFF2-40B4-BE49-F238E27FC236}">
                  <a16:creationId xmlns:a16="http://schemas.microsoft.com/office/drawing/2014/main" id="{08943252-9931-4B20-8AF6-6F073466C3D3}"/>
                </a:ext>
              </a:extLst>
            </p:cNvPr>
            <p:cNvSpPr txBox="1"/>
            <p:nvPr/>
          </p:nvSpPr>
          <p:spPr>
            <a:xfrm>
              <a:off x="5070433" y="5364479"/>
              <a:ext cx="824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#0774AB</a:t>
              </a:r>
            </a:p>
          </p:txBody>
        </p:sp>
        <p:pic>
          <p:nvPicPr>
            <p:cNvPr id="72" name="Image 71">
              <a:extLst>
                <a:ext uri="{FF2B5EF4-FFF2-40B4-BE49-F238E27FC236}">
                  <a16:creationId xmlns:a16="http://schemas.microsoft.com/office/drawing/2014/main" id="{016D4F3E-1767-4240-832D-BCC21E510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27137" y="5194201"/>
              <a:ext cx="1206000" cy="654512"/>
            </a:xfrm>
            <a:prstGeom prst="rect">
              <a:avLst/>
            </a:prstGeom>
          </p:spPr>
        </p:pic>
        <p:pic>
          <p:nvPicPr>
            <p:cNvPr id="78" name="Image 77">
              <a:extLst>
                <a:ext uri="{FF2B5EF4-FFF2-40B4-BE49-F238E27FC236}">
                  <a16:creationId xmlns:a16="http://schemas.microsoft.com/office/drawing/2014/main" id="{998D9EA3-7031-46D3-BBCC-563BC21E1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92987" y="5194201"/>
              <a:ext cx="1281172" cy="65451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9" name="ZoneTexte 78">
              <a:extLst>
                <a:ext uri="{FF2B5EF4-FFF2-40B4-BE49-F238E27FC236}">
                  <a16:creationId xmlns:a16="http://schemas.microsoft.com/office/drawing/2014/main" id="{E313EA0A-CAE0-4E8D-BC23-E63510E711FF}"/>
                </a:ext>
              </a:extLst>
            </p:cNvPr>
            <p:cNvSpPr txBox="1"/>
            <p:nvPr/>
          </p:nvSpPr>
          <p:spPr>
            <a:xfrm>
              <a:off x="3819833" y="5331878"/>
              <a:ext cx="824400" cy="309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/>
                <a:t>#FFFFFF</a:t>
              </a:r>
            </a:p>
          </p:txBody>
        </p:sp>
        <p:sp>
          <p:nvSpPr>
            <p:cNvPr id="80" name="ZoneTexte 79">
              <a:extLst>
                <a:ext uri="{FF2B5EF4-FFF2-40B4-BE49-F238E27FC236}">
                  <a16:creationId xmlns:a16="http://schemas.microsoft.com/office/drawing/2014/main" id="{C059694A-D489-4B2E-BD1D-A169EE45BBD4}"/>
                </a:ext>
              </a:extLst>
            </p:cNvPr>
            <p:cNvSpPr txBox="1"/>
            <p:nvPr/>
          </p:nvSpPr>
          <p:spPr>
            <a:xfrm>
              <a:off x="6276433" y="5340682"/>
              <a:ext cx="824400" cy="309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</a:rPr>
                <a:t>#000000</a:t>
              </a:r>
            </a:p>
          </p:txBody>
        </p:sp>
        <p:pic>
          <p:nvPicPr>
            <p:cNvPr id="81" name="Image 80">
              <a:extLst>
                <a:ext uri="{FF2B5EF4-FFF2-40B4-BE49-F238E27FC236}">
                  <a16:creationId xmlns:a16="http://schemas.microsoft.com/office/drawing/2014/main" id="{9B217137-720E-4D52-9C7D-B1D152D15C2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897648" y="4536794"/>
              <a:ext cx="1206000" cy="597088"/>
            </a:xfrm>
            <a:prstGeom prst="rect">
              <a:avLst/>
            </a:prstGeom>
          </p:spPr>
        </p:pic>
        <p:sp>
          <p:nvSpPr>
            <p:cNvPr id="83" name="ZoneTexte 82">
              <a:extLst>
                <a:ext uri="{FF2B5EF4-FFF2-40B4-BE49-F238E27FC236}">
                  <a16:creationId xmlns:a16="http://schemas.microsoft.com/office/drawing/2014/main" id="{6C2B2DCB-6990-4430-AD0F-6E5FA0E32512}"/>
                </a:ext>
              </a:extLst>
            </p:cNvPr>
            <p:cNvSpPr txBox="1"/>
            <p:nvPr/>
          </p:nvSpPr>
          <p:spPr>
            <a:xfrm>
              <a:off x="5023104" y="4739027"/>
              <a:ext cx="9753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#0774AB12</a:t>
              </a:r>
            </a:p>
          </p:txBody>
        </p:sp>
      </p:grpSp>
      <p:pic>
        <p:nvPicPr>
          <p:cNvPr id="85" name="Picture 4" descr="Roboto Google Font - HiddenTechies">
            <a:extLst>
              <a:ext uri="{FF2B5EF4-FFF2-40B4-BE49-F238E27FC236}">
                <a16:creationId xmlns:a16="http://schemas.microsoft.com/office/drawing/2014/main" id="{22794345-013F-4DB8-8044-3DBC5FED9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3799" y="5173579"/>
            <a:ext cx="2322000" cy="77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ésultat d’images pour Google Map Logo">
            <a:extLst>
              <a:ext uri="{FF2B5EF4-FFF2-40B4-BE49-F238E27FC236}">
                <a16:creationId xmlns:a16="http://schemas.microsoft.com/office/drawing/2014/main" id="{DA76C603-A7E9-430A-8B60-38485E40D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4464" y="630631"/>
            <a:ext cx="2271335" cy="2139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B0232968-C147-4FA2-8A0D-82A0BDCA57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24" y="1334753"/>
            <a:ext cx="1831838" cy="180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896021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CAE7625-70A9-4C2B-9814-45FBDFA0F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550" y="1132764"/>
            <a:ext cx="2184607" cy="44133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2E9B2EE-76CA-47F3-9977-3F2FCB7FD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739239"/>
            <a:ext cx="0" cy="32004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>
            <a:extLst>
              <a:ext uri="{FF2B5EF4-FFF2-40B4-BE49-F238E27FC236}">
                <a16:creationId xmlns:a16="http://schemas.microsoft.com/office/drawing/2014/main" id="{C429D41C-FD63-4289-9C1E-93DF08CEE1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605" y="1969303"/>
            <a:ext cx="4644528" cy="274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09717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521534E-86CC-03F8-30C7-5C97BDAFBC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27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D6197F2-235D-4C0D-9CB7-3B8DAE0C8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Présentation détaillée de la maquette</a:t>
            </a:r>
          </a:p>
        </p:txBody>
      </p:sp>
      <p:graphicFrame>
        <p:nvGraphicFramePr>
          <p:cNvPr id="7" name="Espace réservé du contenu 2">
            <a:extLst>
              <a:ext uri="{FF2B5EF4-FFF2-40B4-BE49-F238E27FC236}">
                <a16:creationId xmlns:a16="http://schemas.microsoft.com/office/drawing/2014/main" id="{F4844529-F7F5-14AC-EC9B-3E9D0E8618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270795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95147252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8E89D5E-1885-4160-AC77-CC471DD1D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0D2BD1-98F9-412D-905B-3A843EF40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85216" y="297180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6028BAE6-A2FD-40C8-84FD-ABBF72C73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025" y="642938"/>
            <a:ext cx="6269038" cy="181768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CFEE34D-D471-43DB-A953-D882F933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7" y="712269"/>
            <a:ext cx="3370998" cy="5502264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FFFFFF"/>
                </a:solidFill>
              </a:rPr>
              <a:t>Accueil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937FC9D-EA5F-4D46-84EE-8DCCA265D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160" y="2885010"/>
            <a:ext cx="6136767" cy="332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984082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8E89D5E-1885-4160-AC77-CC471DD1D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0D2BD1-98F9-412D-905B-3A843EF40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85216" y="297180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8CFEE34D-D471-43DB-A953-D882F933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7" y="712269"/>
            <a:ext cx="3370998" cy="5502264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FFFFFF"/>
                </a:solidFill>
              </a:rPr>
              <a:t>Programmes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F9AD6EC-21E9-458D-B393-159622CDE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687" y="365760"/>
            <a:ext cx="4107195" cy="291388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F4D9CC7-D035-474E-9F11-D5274B665B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27" t="1659" r="1513" b="2466"/>
          <a:stretch/>
        </p:blipFill>
        <p:spPr>
          <a:xfrm>
            <a:off x="6925055" y="3511296"/>
            <a:ext cx="3310129" cy="27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577137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8E89D5E-1885-4160-AC77-CC471DD1D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0D2BD1-98F9-412D-905B-3A843EF40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85216" y="297180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8CFEE34D-D471-43DB-A953-D882F933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7" y="712269"/>
            <a:ext cx="3370998" cy="5502264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FFFFFF"/>
                </a:solidFill>
              </a:rPr>
              <a:t>Réservation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75D04E2-2655-4AA2-B6F8-DB73696BB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068" y="544931"/>
            <a:ext cx="7097046" cy="285588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1BDB909-91F9-4812-B597-69AF57C971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537" t="13463" r="1" b="9069"/>
          <a:stretch/>
        </p:blipFill>
        <p:spPr>
          <a:xfrm>
            <a:off x="5284279" y="3665051"/>
            <a:ext cx="6516624" cy="287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752847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8E89D5E-1885-4160-AC77-CC471DD1D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0D2BD1-98F9-412D-905B-3A843EF40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85216" y="297180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8CFEE34D-D471-43DB-A953-D882F933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7" y="712269"/>
            <a:ext cx="3370998" cy="5502264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FFFFFF"/>
                </a:solidFill>
              </a:rPr>
              <a:t>Contact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E48A93C-8D27-44A1-985E-686A09630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069" y="1205832"/>
            <a:ext cx="6694242" cy="321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411237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8E89D5E-1885-4160-AC77-CC471DD1D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0D2BD1-98F9-412D-905B-3A843EF40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85216" y="297180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8CFEE34D-D471-43DB-A953-D882F933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7" y="712269"/>
            <a:ext cx="3370998" cy="5502264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FFFFFF"/>
                </a:solidFill>
              </a:rPr>
              <a:t>Ou sommes-nous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D2A2CD3-2023-485D-A02D-966D2B5C4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552" y="1011003"/>
            <a:ext cx="6648750" cy="392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730692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C5C9C8-8320-4217-B6C2-D9EF01ADA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32" y="5200879"/>
            <a:ext cx="8082447" cy="80211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Mise en application de la maquette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6882C51-76F9-4F99-997D-31FA6242A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126" y="629042"/>
            <a:ext cx="1217216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Font Awesome Icons | Drupal.org">
            <a:extLst>
              <a:ext uri="{FF2B5EF4-FFF2-40B4-BE49-F238E27FC236}">
                <a16:creationId xmlns:a16="http://schemas.microsoft.com/office/drawing/2014/main" id="{720B8EB7-FC2F-4110-8C1B-A459C97D0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8243" y="692331"/>
            <a:ext cx="729700" cy="732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Right Triangle 80">
            <a:extLst>
              <a:ext uri="{FF2B5EF4-FFF2-40B4-BE49-F238E27FC236}">
                <a16:creationId xmlns:a16="http://schemas.microsoft.com/office/drawing/2014/main" id="{61FFFC16-86E2-4B9A-BC6D-213DC2654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31731" y="635538"/>
            <a:ext cx="680408" cy="849747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D8350E6D-CBC9-4A26-B84F-7145FDC9F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90665" y="609601"/>
            <a:ext cx="680408" cy="849747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DD3524E0-C87C-4F38-9FC7-E969C15A7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14143" y="991883"/>
            <a:ext cx="1371600" cy="2356777"/>
          </a:xfrm>
          <a:custGeom>
            <a:avLst/>
            <a:gdLst>
              <a:gd name="connsiteX0" fmla="*/ 0 w 1371600"/>
              <a:gd name="connsiteY0" fmla="*/ 0 h 2356777"/>
              <a:gd name="connsiteX1" fmla="*/ 0 w 1371600"/>
              <a:gd name="connsiteY1" fmla="*/ 1216152 h 2356777"/>
              <a:gd name="connsiteX2" fmla="*/ 4495 w 1371600"/>
              <a:gd name="connsiteY2" fmla="*/ 1216152 h 2356777"/>
              <a:gd name="connsiteX3" fmla="*/ 4495 w 1371600"/>
              <a:gd name="connsiteY3" fmla="*/ 2356777 h 2356777"/>
              <a:gd name="connsiteX4" fmla="*/ 1367105 w 1371600"/>
              <a:gd name="connsiteY4" fmla="*/ 2356777 h 2356777"/>
              <a:gd name="connsiteX5" fmla="*/ 1367105 w 1371600"/>
              <a:gd name="connsiteY5" fmla="*/ 1216152 h 2356777"/>
              <a:gd name="connsiteX6" fmla="*/ 1371600 w 1371600"/>
              <a:gd name="connsiteY6" fmla="*/ 1216152 h 2356777"/>
              <a:gd name="connsiteX7" fmla="*/ 1367105 w 1371600"/>
              <a:gd name="connsiteY7" fmla="*/ 1212166 h 2356777"/>
              <a:gd name="connsiteX8" fmla="*/ 1367105 w 1371600"/>
              <a:gd name="connsiteY8" fmla="*/ 1210176 h 2356777"/>
              <a:gd name="connsiteX9" fmla="*/ 1364860 w 1371600"/>
              <a:gd name="connsiteY9" fmla="*/ 1210176 h 2356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71600" h="2356777">
                <a:moveTo>
                  <a:pt x="0" y="0"/>
                </a:moveTo>
                <a:lnTo>
                  <a:pt x="0" y="1216152"/>
                </a:lnTo>
                <a:lnTo>
                  <a:pt x="4495" y="1216152"/>
                </a:lnTo>
                <a:lnTo>
                  <a:pt x="4495" y="2356777"/>
                </a:lnTo>
                <a:lnTo>
                  <a:pt x="1367105" y="2356777"/>
                </a:lnTo>
                <a:lnTo>
                  <a:pt x="1367105" y="1216152"/>
                </a:lnTo>
                <a:lnTo>
                  <a:pt x="1371600" y="1216152"/>
                </a:lnTo>
                <a:lnTo>
                  <a:pt x="1367105" y="1212166"/>
                </a:lnTo>
                <a:lnTo>
                  <a:pt x="1367105" y="1210176"/>
                </a:lnTo>
                <a:lnTo>
                  <a:pt x="1364860" y="1210176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Right Triangle 86">
            <a:extLst>
              <a:ext uri="{FF2B5EF4-FFF2-40B4-BE49-F238E27FC236}">
                <a16:creationId xmlns:a16="http://schemas.microsoft.com/office/drawing/2014/main" id="{F1ED1DF4-DDDE-4464-8ABC-ED1F633CC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55916" y="1477941"/>
            <a:ext cx="1092260" cy="1371600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CB4E315-91F2-4710-B866-B119037ED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5769" y="1447563"/>
            <a:ext cx="1980472" cy="13966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CBE1B01-A27C-45C2-ADA4-AA13C3AC1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516" y="2850674"/>
            <a:ext cx="2716145" cy="1901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6FE5468-759E-4E83-828A-5587C7F58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78372" y="1485831"/>
            <a:ext cx="1990938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6" name="Picture 10" descr="Utilisez les Google Fonts sur votre site internet wordpress">
            <a:extLst>
              <a:ext uri="{FF2B5EF4-FFF2-40B4-BE49-F238E27FC236}">
                <a16:creationId xmlns:a16="http://schemas.microsoft.com/office/drawing/2014/main" id="{6F368212-B4F2-4E49-A36A-A36743BE9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36888" y="1726977"/>
            <a:ext cx="1653942" cy="869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Smart Slider 3 – Extension WordPress | WordPress.org Français">
            <a:extLst>
              <a:ext uri="{FF2B5EF4-FFF2-40B4-BE49-F238E27FC236}">
                <a16:creationId xmlns:a16="http://schemas.microsoft.com/office/drawing/2014/main" id="{C3481E74-729F-49E5-A02D-91ACF5C9A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43129" y="1613037"/>
            <a:ext cx="1065752" cy="1065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Right Triangle 94">
            <a:extLst>
              <a:ext uri="{FF2B5EF4-FFF2-40B4-BE49-F238E27FC236}">
                <a16:creationId xmlns:a16="http://schemas.microsoft.com/office/drawing/2014/main" id="{569BABC0-B0CC-4E7B-838A-F6E644779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42224" y="1569583"/>
            <a:ext cx="1399032" cy="115062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Right Triangle 96">
            <a:extLst>
              <a:ext uri="{FF2B5EF4-FFF2-40B4-BE49-F238E27FC236}">
                <a16:creationId xmlns:a16="http://schemas.microsoft.com/office/drawing/2014/main" id="{BE7E1DAA-43FB-4446-A354-9283DE668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564669" y="3250084"/>
            <a:ext cx="1911096" cy="1100751"/>
          </a:xfrm>
          <a:prstGeom prst="rtTriangl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98" name="Picture 2" descr="WordPress.com : hébergement WordPress géré rapide et sécurisé">
            <a:extLst>
              <a:ext uri="{FF2B5EF4-FFF2-40B4-BE49-F238E27FC236}">
                <a16:creationId xmlns:a16="http://schemas.microsoft.com/office/drawing/2014/main" id="{0E7A84B3-BCE1-434E-A208-0DE83B231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32929" y="3009630"/>
            <a:ext cx="1581964" cy="1581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" name="Rectangle 98">
            <a:extLst>
              <a:ext uri="{FF2B5EF4-FFF2-40B4-BE49-F238E27FC236}">
                <a16:creationId xmlns:a16="http://schemas.microsoft.com/office/drawing/2014/main" id="{99FE99BC-5F7D-47C3-AA1E-16D7DBDBD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6605" y="2841337"/>
            <a:ext cx="2789854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4" name="Picture 8" descr="WPForms - Best WordPress Contact Form Plugin">
            <a:extLst>
              <a:ext uri="{FF2B5EF4-FFF2-40B4-BE49-F238E27FC236}">
                <a16:creationId xmlns:a16="http://schemas.microsoft.com/office/drawing/2014/main" id="{17431C01-3522-4A60-9BDC-638499E5D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72068" y="2994562"/>
            <a:ext cx="1558928" cy="1558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Right Triangle 100">
            <a:extLst>
              <a:ext uri="{FF2B5EF4-FFF2-40B4-BE49-F238E27FC236}">
                <a16:creationId xmlns:a16="http://schemas.microsoft.com/office/drawing/2014/main" id="{27400BAF-FCE6-4296-8A0E-9B595ADC0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432800" y="4724529"/>
            <a:ext cx="325600" cy="406635"/>
          </a:xfrm>
          <a:prstGeom prst="rtTriangle">
            <a:avLst/>
          </a:prstGeom>
          <a:solidFill>
            <a:srgbClr val="1B8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Right Triangle 102">
            <a:extLst>
              <a:ext uri="{FF2B5EF4-FFF2-40B4-BE49-F238E27FC236}">
                <a16:creationId xmlns:a16="http://schemas.microsoft.com/office/drawing/2014/main" id="{F2FC5C7B-261A-4268-BA85-C29488A8B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816496" y="2804968"/>
            <a:ext cx="1911096" cy="1980472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8028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Une image contenant table&#10;&#10;Description générée automatiquement">
            <a:extLst>
              <a:ext uri="{FF2B5EF4-FFF2-40B4-BE49-F238E27FC236}">
                <a16:creationId xmlns:a16="http://schemas.microsoft.com/office/drawing/2014/main" id="{3AD21781-2B50-433B-A2C6-28351145F3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133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936017"/>
      </p:ext>
    </p:extLst>
  </p:cSld>
  <p:clrMapOvr>
    <a:masterClrMapping/>
  </p:clrMapOvr>
  <p:transition spd="slow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8E89D5E-1885-4160-AC77-CC471DD1D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0D2BD1-98F9-412D-905B-3A843EF40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85216" y="297180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8CFEE34D-D471-43DB-A953-D882F933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7" y="712269"/>
            <a:ext cx="3370998" cy="5502264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FFFFFF"/>
                </a:solidFill>
              </a:rPr>
              <a:t>Conclusion</a:t>
            </a:r>
          </a:p>
        </p:txBody>
      </p:sp>
      <p:pic>
        <p:nvPicPr>
          <p:cNvPr id="6" name="Espace réservé du contenu 6" descr="Une image contenant texte, plante&#10;&#10;Description générée automatiquement">
            <a:extLst>
              <a:ext uri="{FF2B5EF4-FFF2-40B4-BE49-F238E27FC236}">
                <a16:creationId xmlns:a16="http://schemas.microsoft.com/office/drawing/2014/main" id="{EE500E67-90B5-4D31-8110-A156F40E94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285" y="1404605"/>
            <a:ext cx="805742" cy="805742"/>
          </a:xfrm>
        </p:spPr>
      </p:pic>
      <p:pic>
        <p:nvPicPr>
          <p:cNvPr id="7" name="Espace réservé du contenu 6" descr="Une image contenant texte, plante&#10;&#10;Description générée automatiquement">
            <a:extLst>
              <a:ext uri="{FF2B5EF4-FFF2-40B4-BE49-F238E27FC236}">
                <a16:creationId xmlns:a16="http://schemas.microsoft.com/office/drawing/2014/main" id="{70839241-63EC-4697-9209-979D14EB5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285" y="2338705"/>
            <a:ext cx="805742" cy="805742"/>
          </a:xfrm>
          <a:prstGeom prst="rect">
            <a:avLst/>
          </a:prstGeom>
        </p:spPr>
      </p:pic>
      <p:pic>
        <p:nvPicPr>
          <p:cNvPr id="8" name="Espace réservé du contenu 6" descr="Une image contenant texte, plante&#10;&#10;Description générée automatiquement">
            <a:extLst>
              <a:ext uri="{FF2B5EF4-FFF2-40B4-BE49-F238E27FC236}">
                <a16:creationId xmlns:a16="http://schemas.microsoft.com/office/drawing/2014/main" id="{899F3050-FDD7-4F41-AFE1-E6F0F976E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285" y="3272805"/>
            <a:ext cx="805742" cy="805742"/>
          </a:xfrm>
          <a:prstGeom prst="rect">
            <a:avLst/>
          </a:prstGeom>
        </p:spPr>
      </p:pic>
      <p:pic>
        <p:nvPicPr>
          <p:cNvPr id="9" name="Espace réservé du contenu 6" descr="Une image contenant texte, plante&#10;&#10;Description générée automatiquement">
            <a:extLst>
              <a:ext uri="{FF2B5EF4-FFF2-40B4-BE49-F238E27FC236}">
                <a16:creationId xmlns:a16="http://schemas.microsoft.com/office/drawing/2014/main" id="{57E73F47-462F-4BFB-8550-751D61F75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285" y="4206905"/>
            <a:ext cx="805742" cy="80574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68B4FDB-A50D-4BFF-8B2C-DE7AF51AE70A}"/>
              </a:ext>
            </a:extLst>
          </p:cNvPr>
          <p:cNvSpPr txBox="1"/>
          <p:nvPr/>
        </p:nvSpPr>
        <p:spPr>
          <a:xfrm>
            <a:off x="6544232" y="1622810"/>
            <a:ext cx="4084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Maquette aux normes imposées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66E9E83-E848-4418-8166-44E5148CC4E0}"/>
              </a:ext>
            </a:extLst>
          </p:cNvPr>
          <p:cNvSpPr txBox="1"/>
          <p:nvPr/>
        </p:nvSpPr>
        <p:spPr>
          <a:xfrm>
            <a:off x="6544232" y="2556910"/>
            <a:ext cx="4170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Consultable sur n’importe quel appareil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E730AC2-8928-447F-8C00-60A170018F12}"/>
              </a:ext>
            </a:extLst>
          </p:cNvPr>
          <p:cNvSpPr txBox="1"/>
          <p:nvPr/>
        </p:nvSpPr>
        <p:spPr>
          <a:xfrm>
            <a:off x="6544232" y="3491010"/>
            <a:ext cx="2637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Simplicité/Modernité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E018EDF-3949-4ADB-AAAD-A387D11F1508}"/>
              </a:ext>
            </a:extLst>
          </p:cNvPr>
          <p:cNvSpPr txBox="1"/>
          <p:nvPr/>
        </p:nvSpPr>
        <p:spPr>
          <a:xfrm>
            <a:off x="6544232" y="4425110"/>
            <a:ext cx="2637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Dynamisme</a:t>
            </a:r>
          </a:p>
        </p:txBody>
      </p:sp>
    </p:spTree>
    <p:extLst>
      <p:ext uri="{BB962C8B-B14F-4D97-AF65-F5344CB8AC3E}">
        <p14:creationId xmlns:p14="http://schemas.microsoft.com/office/powerpoint/2010/main" val="923021782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/>
      <p:bldP spid="13" grpId="0"/>
      <p:bldP spid="15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</Words>
  <Application>Microsoft Office PowerPoint</Application>
  <PresentationFormat>Grand écran</PresentationFormat>
  <Paragraphs>59</Paragraphs>
  <Slides>16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3" baseType="lpstr">
      <vt:lpstr>-apple-system</vt:lpstr>
      <vt:lpstr>Arial</vt:lpstr>
      <vt:lpstr>Calibri</vt:lpstr>
      <vt:lpstr>Calibri Light</vt:lpstr>
      <vt:lpstr>Lato</vt:lpstr>
      <vt:lpstr>Roboto</vt:lpstr>
      <vt:lpstr>Thème Office</vt:lpstr>
      <vt:lpstr>Présentation PowerPoint</vt:lpstr>
      <vt:lpstr>Sommaire</vt:lpstr>
      <vt:lpstr>Présentation générale</vt:lpstr>
      <vt:lpstr>Présentation de la maquette</vt:lpstr>
      <vt:lpstr>Présentation PowerPoint</vt:lpstr>
      <vt:lpstr>Présentation PowerPoint</vt:lpstr>
      <vt:lpstr>Présentation PowerPoint</vt:lpstr>
      <vt:lpstr>Présentation détaillée de la maquette</vt:lpstr>
      <vt:lpstr>Accueil</vt:lpstr>
      <vt:lpstr>Programmes</vt:lpstr>
      <vt:lpstr>Réservation</vt:lpstr>
      <vt:lpstr>Contact</vt:lpstr>
      <vt:lpstr>Ou sommes-nous</vt:lpstr>
      <vt:lpstr>Mise en application de la maquette</vt:lpstr>
      <vt:lpstr>Présentation PowerPoint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Axel CHASSELOUP</dc:creator>
  <cp:lastModifiedBy>Axel CHASSELOUP</cp:lastModifiedBy>
  <cp:revision>4</cp:revision>
  <dcterms:created xsi:type="dcterms:W3CDTF">2022-03-29T09:29:09Z</dcterms:created>
  <dcterms:modified xsi:type="dcterms:W3CDTF">2022-04-15T17:32:30Z</dcterms:modified>
</cp:coreProperties>
</file>